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34"/>
  </p:notesMasterIdLst>
  <p:sldIdLst>
    <p:sldId id="256" r:id="rId2"/>
    <p:sldId id="258" r:id="rId3"/>
    <p:sldId id="257" r:id="rId4"/>
    <p:sldId id="260" r:id="rId5"/>
    <p:sldId id="259" r:id="rId6"/>
    <p:sldId id="279" r:id="rId7"/>
    <p:sldId id="261" r:id="rId8"/>
    <p:sldId id="262" r:id="rId9"/>
    <p:sldId id="263" r:id="rId10"/>
    <p:sldId id="264" r:id="rId11"/>
    <p:sldId id="277" r:id="rId12"/>
    <p:sldId id="280" r:id="rId13"/>
    <p:sldId id="278" r:id="rId14"/>
    <p:sldId id="265" r:id="rId15"/>
    <p:sldId id="266" r:id="rId16"/>
    <p:sldId id="267" r:id="rId17"/>
    <p:sldId id="268" r:id="rId18"/>
    <p:sldId id="284" r:id="rId19"/>
    <p:sldId id="285" r:id="rId20"/>
    <p:sldId id="269" r:id="rId21"/>
    <p:sldId id="281" r:id="rId22"/>
    <p:sldId id="282" r:id="rId23"/>
    <p:sldId id="283" r:id="rId24"/>
    <p:sldId id="270" r:id="rId25"/>
    <p:sldId id="271" r:id="rId26"/>
    <p:sldId id="286" r:id="rId27"/>
    <p:sldId id="287" r:id="rId28"/>
    <p:sldId id="274" r:id="rId29"/>
    <p:sldId id="288" r:id="rId30"/>
    <p:sldId id="272" r:id="rId31"/>
    <p:sldId id="275" r:id="rId32"/>
    <p:sldId id="27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C1D7E7B-EEC3-4487-B714-3BD8730EED73}">
          <p14:sldIdLst>
            <p14:sldId id="256"/>
            <p14:sldId id="258"/>
            <p14:sldId id="257"/>
            <p14:sldId id="260"/>
            <p14:sldId id="259"/>
            <p14:sldId id="279"/>
            <p14:sldId id="261"/>
            <p14:sldId id="262"/>
            <p14:sldId id="263"/>
            <p14:sldId id="264"/>
            <p14:sldId id="277"/>
            <p14:sldId id="280"/>
            <p14:sldId id="278"/>
            <p14:sldId id="265"/>
            <p14:sldId id="266"/>
            <p14:sldId id="267"/>
            <p14:sldId id="268"/>
            <p14:sldId id="284"/>
            <p14:sldId id="285"/>
            <p14:sldId id="269"/>
            <p14:sldId id="281"/>
            <p14:sldId id="282"/>
            <p14:sldId id="283"/>
            <p14:sldId id="270"/>
            <p14:sldId id="271"/>
            <p14:sldId id="286"/>
            <p14:sldId id="287"/>
            <p14:sldId id="274"/>
            <p14:sldId id="288"/>
            <p14:sldId id="272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B5FD08-D0AB-46C7-BDC1-F0F07DC6EF0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ECE6C0-8BC8-41B4-980D-3D5901190E1E}">
      <dgm:prSet/>
      <dgm:spPr/>
      <dgm:t>
        <a:bodyPr/>
        <a:lstStyle/>
        <a:p>
          <a:r>
            <a:rPr lang="en-US"/>
            <a:t>Simply put, Docker is a lightweight containerization technology and platform used to solve common environment problems in programming.</a:t>
          </a:r>
        </a:p>
      </dgm:t>
    </dgm:pt>
    <dgm:pt modelId="{18C10F25-1283-4C40-9569-6364103F4CD9}" type="parTrans" cxnId="{43D42431-2E70-455D-B33D-D546157F9C34}">
      <dgm:prSet/>
      <dgm:spPr/>
      <dgm:t>
        <a:bodyPr/>
        <a:lstStyle/>
        <a:p>
          <a:endParaRPr lang="en-US"/>
        </a:p>
      </dgm:t>
    </dgm:pt>
    <dgm:pt modelId="{6656CAA0-1D71-4FFF-AD0D-A7BF00F8D03F}" type="sibTrans" cxnId="{43D42431-2E70-455D-B33D-D546157F9C34}">
      <dgm:prSet/>
      <dgm:spPr/>
      <dgm:t>
        <a:bodyPr/>
        <a:lstStyle/>
        <a:p>
          <a:endParaRPr lang="en-US"/>
        </a:p>
      </dgm:t>
    </dgm:pt>
    <dgm:pt modelId="{64BD2E38-1714-49E0-856E-7456462F3A55}">
      <dgm:prSet/>
      <dgm:spPr/>
      <dgm:t>
        <a:bodyPr/>
        <a:lstStyle/>
        <a:p>
          <a:r>
            <a:rPr lang="en-US"/>
            <a:t>It packages applications, dependencies, and user-space environments together in a container.</a:t>
          </a:r>
        </a:p>
      </dgm:t>
    </dgm:pt>
    <dgm:pt modelId="{E0319C43-2F05-46C8-B95A-B38B354B7681}" type="parTrans" cxnId="{55475C96-3EF8-4DE5-A4D7-DA9F4A5DB87D}">
      <dgm:prSet/>
      <dgm:spPr/>
      <dgm:t>
        <a:bodyPr/>
        <a:lstStyle/>
        <a:p>
          <a:endParaRPr lang="en-US"/>
        </a:p>
      </dgm:t>
    </dgm:pt>
    <dgm:pt modelId="{CD7BBF2D-DA77-4D17-9813-EAA42936D4B5}" type="sibTrans" cxnId="{55475C96-3EF8-4DE5-A4D7-DA9F4A5DB87D}">
      <dgm:prSet/>
      <dgm:spPr/>
      <dgm:t>
        <a:bodyPr/>
        <a:lstStyle/>
        <a:p>
          <a:endParaRPr lang="en-US"/>
        </a:p>
      </dgm:t>
    </dgm:pt>
    <dgm:pt modelId="{D44288CD-A671-42D3-ABEC-AF4755CE64DD}" type="pres">
      <dgm:prSet presAssocID="{D6B5FD08-D0AB-46C7-BDC1-F0F07DC6EF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0903ED-D273-45DA-B029-3A45D35DA30D}" type="pres">
      <dgm:prSet presAssocID="{E1ECE6C0-8BC8-41B4-980D-3D5901190E1E}" presName="hierRoot1" presStyleCnt="0"/>
      <dgm:spPr/>
    </dgm:pt>
    <dgm:pt modelId="{2AF5ED5A-E932-46CE-BF82-214A19A39603}" type="pres">
      <dgm:prSet presAssocID="{E1ECE6C0-8BC8-41B4-980D-3D5901190E1E}" presName="composite" presStyleCnt="0"/>
      <dgm:spPr/>
    </dgm:pt>
    <dgm:pt modelId="{B12191BD-1577-4093-AB37-B2D2554709B3}" type="pres">
      <dgm:prSet presAssocID="{E1ECE6C0-8BC8-41B4-980D-3D5901190E1E}" presName="background" presStyleLbl="node0" presStyleIdx="0" presStyleCnt="2"/>
      <dgm:spPr/>
    </dgm:pt>
    <dgm:pt modelId="{7B0C8FCA-B6AD-41AA-81AE-AE21A738950D}" type="pres">
      <dgm:prSet presAssocID="{E1ECE6C0-8BC8-41B4-980D-3D5901190E1E}" presName="text" presStyleLbl="fgAcc0" presStyleIdx="0" presStyleCnt="2">
        <dgm:presLayoutVars>
          <dgm:chPref val="3"/>
        </dgm:presLayoutVars>
      </dgm:prSet>
      <dgm:spPr/>
    </dgm:pt>
    <dgm:pt modelId="{AF387A6F-3E14-45FD-B708-8306D602E01F}" type="pres">
      <dgm:prSet presAssocID="{E1ECE6C0-8BC8-41B4-980D-3D5901190E1E}" presName="hierChild2" presStyleCnt="0"/>
      <dgm:spPr/>
    </dgm:pt>
    <dgm:pt modelId="{8070D21C-3FE1-4800-AF90-9589B9A03C97}" type="pres">
      <dgm:prSet presAssocID="{64BD2E38-1714-49E0-856E-7456462F3A55}" presName="hierRoot1" presStyleCnt="0"/>
      <dgm:spPr/>
    </dgm:pt>
    <dgm:pt modelId="{3DD11DFE-D58D-4E29-BC27-2CE543E4BF70}" type="pres">
      <dgm:prSet presAssocID="{64BD2E38-1714-49E0-856E-7456462F3A55}" presName="composite" presStyleCnt="0"/>
      <dgm:spPr/>
    </dgm:pt>
    <dgm:pt modelId="{4B2EAE40-25BA-4531-BB0C-6107FA379A78}" type="pres">
      <dgm:prSet presAssocID="{64BD2E38-1714-49E0-856E-7456462F3A55}" presName="background" presStyleLbl="node0" presStyleIdx="1" presStyleCnt="2"/>
      <dgm:spPr/>
    </dgm:pt>
    <dgm:pt modelId="{EFE4A82E-7D52-4B03-B655-F74807E631FD}" type="pres">
      <dgm:prSet presAssocID="{64BD2E38-1714-49E0-856E-7456462F3A55}" presName="text" presStyleLbl="fgAcc0" presStyleIdx="1" presStyleCnt="2">
        <dgm:presLayoutVars>
          <dgm:chPref val="3"/>
        </dgm:presLayoutVars>
      </dgm:prSet>
      <dgm:spPr/>
    </dgm:pt>
    <dgm:pt modelId="{29AD8525-B251-4AEF-A7B1-DAB13FF2C3EF}" type="pres">
      <dgm:prSet presAssocID="{64BD2E38-1714-49E0-856E-7456462F3A55}" presName="hierChild2" presStyleCnt="0"/>
      <dgm:spPr/>
    </dgm:pt>
  </dgm:ptLst>
  <dgm:cxnLst>
    <dgm:cxn modelId="{43D42431-2E70-455D-B33D-D546157F9C34}" srcId="{D6B5FD08-D0AB-46C7-BDC1-F0F07DC6EF08}" destId="{E1ECE6C0-8BC8-41B4-980D-3D5901190E1E}" srcOrd="0" destOrd="0" parTransId="{18C10F25-1283-4C40-9569-6364103F4CD9}" sibTransId="{6656CAA0-1D71-4FFF-AD0D-A7BF00F8D03F}"/>
    <dgm:cxn modelId="{6F464154-FC8A-406B-A00B-B8A5941BE68B}" type="presOf" srcId="{64BD2E38-1714-49E0-856E-7456462F3A55}" destId="{EFE4A82E-7D52-4B03-B655-F74807E631FD}" srcOrd="0" destOrd="0" presId="urn:microsoft.com/office/officeart/2005/8/layout/hierarchy1"/>
    <dgm:cxn modelId="{55475C96-3EF8-4DE5-A4D7-DA9F4A5DB87D}" srcId="{D6B5FD08-D0AB-46C7-BDC1-F0F07DC6EF08}" destId="{64BD2E38-1714-49E0-856E-7456462F3A55}" srcOrd="1" destOrd="0" parTransId="{E0319C43-2F05-46C8-B95A-B38B354B7681}" sibTransId="{CD7BBF2D-DA77-4D17-9813-EAA42936D4B5}"/>
    <dgm:cxn modelId="{78AEB8B1-5195-40F4-941D-F555A4F2B314}" type="presOf" srcId="{D6B5FD08-D0AB-46C7-BDC1-F0F07DC6EF08}" destId="{D44288CD-A671-42D3-ABEC-AF4755CE64DD}" srcOrd="0" destOrd="0" presId="urn:microsoft.com/office/officeart/2005/8/layout/hierarchy1"/>
    <dgm:cxn modelId="{58EF1FEC-D2EB-4544-936F-156D34B35721}" type="presOf" srcId="{E1ECE6C0-8BC8-41B4-980D-3D5901190E1E}" destId="{7B0C8FCA-B6AD-41AA-81AE-AE21A738950D}" srcOrd="0" destOrd="0" presId="urn:microsoft.com/office/officeart/2005/8/layout/hierarchy1"/>
    <dgm:cxn modelId="{B3EB34C2-B208-452B-B476-FEC6D5AB82F3}" type="presParOf" srcId="{D44288CD-A671-42D3-ABEC-AF4755CE64DD}" destId="{C00903ED-D273-45DA-B029-3A45D35DA30D}" srcOrd="0" destOrd="0" presId="urn:microsoft.com/office/officeart/2005/8/layout/hierarchy1"/>
    <dgm:cxn modelId="{A0489E22-0AAD-4C47-85CB-057608313518}" type="presParOf" srcId="{C00903ED-D273-45DA-B029-3A45D35DA30D}" destId="{2AF5ED5A-E932-46CE-BF82-214A19A39603}" srcOrd="0" destOrd="0" presId="urn:microsoft.com/office/officeart/2005/8/layout/hierarchy1"/>
    <dgm:cxn modelId="{6BA947CE-5F02-4B63-89CB-2DF747CFEB83}" type="presParOf" srcId="{2AF5ED5A-E932-46CE-BF82-214A19A39603}" destId="{B12191BD-1577-4093-AB37-B2D2554709B3}" srcOrd="0" destOrd="0" presId="urn:microsoft.com/office/officeart/2005/8/layout/hierarchy1"/>
    <dgm:cxn modelId="{46FD335A-7832-488E-918B-2283C0B6840F}" type="presParOf" srcId="{2AF5ED5A-E932-46CE-BF82-214A19A39603}" destId="{7B0C8FCA-B6AD-41AA-81AE-AE21A738950D}" srcOrd="1" destOrd="0" presId="urn:microsoft.com/office/officeart/2005/8/layout/hierarchy1"/>
    <dgm:cxn modelId="{3311AB77-DB36-4281-91BC-581C59B5E77A}" type="presParOf" srcId="{C00903ED-D273-45DA-B029-3A45D35DA30D}" destId="{AF387A6F-3E14-45FD-B708-8306D602E01F}" srcOrd="1" destOrd="0" presId="urn:microsoft.com/office/officeart/2005/8/layout/hierarchy1"/>
    <dgm:cxn modelId="{74C29FC6-2663-489F-B4C5-B59FE0C2EE23}" type="presParOf" srcId="{D44288CD-A671-42D3-ABEC-AF4755CE64DD}" destId="{8070D21C-3FE1-4800-AF90-9589B9A03C97}" srcOrd="1" destOrd="0" presId="urn:microsoft.com/office/officeart/2005/8/layout/hierarchy1"/>
    <dgm:cxn modelId="{DB6A25FB-C254-4508-9D44-7A20F1AA7717}" type="presParOf" srcId="{8070D21C-3FE1-4800-AF90-9589B9A03C97}" destId="{3DD11DFE-D58D-4E29-BC27-2CE543E4BF70}" srcOrd="0" destOrd="0" presId="urn:microsoft.com/office/officeart/2005/8/layout/hierarchy1"/>
    <dgm:cxn modelId="{5EBB71B1-25F8-445F-B994-BA9A78B17C6E}" type="presParOf" srcId="{3DD11DFE-D58D-4E29-BC27-2CE543E4BF70}" destId="{4B2EAE40-25BA-4531-BB0C-6107FA379A78}" srcOrd="0" destOrd="0" presId="urn:microsoft.com/office/officeart/2005/8/layout/hierarchy1"/>
    <dgm:cxn modelId="{6A561A3A-58D4-4721-A00F-80A0013890B0}" type="presParOf" srcId="{3DD11DFE-D58D-4E29-BC27-2CE543E4BF70}" destId="{EFE4A82E-7D52-4B03-B655-F74807E631FD}" srcOrd="1" destOrd="0" presId="urn:microsoft.com/office/officeart/2005/8/layout/hierarchy1"/>
    <dgm:cxn modelId="{D596516F-93AD-4370-AEFD-61F9B9951D6C}" type="presParOf" srcId="{8070D21C-3FE1-4800-AF90-9589B9A03C97}" destId="{29AD8525-B251-4AEF-A7B1-DAB13FF2C3E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A5E0DA-0C7D-40F5-B443-457FE6C6BFD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5FA497-F1AD-45FA-9F0A-99E297DEDF92}">
      <dgm:prSet/>
      <dgm:spPr/>
      <dgm:t>
        <a:bodyPr/>
        <a:lstStyle/>
        <a:p>
          <a:r>
            <a:rPr lang="en-US" dirty="0"/>
            <a:t>1. Lightweight and fast</a:t>
          </a:r>
        </a:p>
      </dgm:t>
    </dgm:pt>
    <dgm:pt modelId="{8C6EB078-FD5D-436F-8944-E4F6A07314FB}" type="parTrans" cxnId="{7D5246A1-1EF2-4F6D-9D6A-2697A1485710}">
      <dgm:prSet/>
      <dgm:spPr/>
      <dgm:t>
        <a:bodyPr/>
        <a:lstStyle/>
        <a:p>
          <a:endParaRPr lang="en-US"/>
        </a:p>
      </dgm:t>
    </dgm:pt>
    <dgm:pt modelId="{5DE38816-78FB-46EC-8CD4-295EBCFDAFAC}" type="sibTrans" cxnId="{7D5246A1-1EF2-4F6D-9D6A-2697A1485710}">
      <dgm:prSet/>
      <dgm:spPr/>
      <dgm:t>
        <a:bodyPr/>
        <a:lstStyle/>
        <a:p>
          <a:endParaRPr lang="en-US"/>
        </a:p>
      </dgm:t>
    </dgm:pt>
    <dgm:pt modelId="{3240962F-E63B-4BFA-85FF-C2815CA47395}">
      <dgm:prSet/>
      <dgm:spPr/>
      <dgm:t>
        <a:bodyPr/>
        <a:lstStyle/>
        <a:p>
          <a:r>
            <a:rPr lang="en-US" dirty="0"/>
            <a:t>2. Portability</a:t>
          </a:r>
        </a:p>
      </dgm:t>
    </dgm:pt>
    <dgm:pt modelId="{24826882-AAEB-413F-B301-6D71DEA77B17}" type="parTrans" cxnId="{39865A87-0074-45E6-B059-BA1C68602BDF}">
      <dgm:prSet/>
      <dgm:spPr/>
      <dgm:t>
        <a:bodyPr/>
        <a:lstStyle/>
        <a:p>
          <a:endParaRPr lang="en-US"/>
        </a:p>
      </dgm:t>
    </dgm:pt>
    <dgm:pt modelId="{B7400123-D95A-4208-BF0F-430B080347A5}" type="sibTrans" cxnId="{39865A87-0074-45E6-B059-BA1C68602BDF}">
      <dgm:prSet/>
      <dgm:spPr/>
      <dgm:t>
        <a:bodyPr/>
        <a:lstStyle/>
        <a:p>
          <a:endParaRPr lang="en-US"/>
        </a:p>
      </dgm:t>
    </dgm:pt>
    <dgm:pt modelId="{5C252316-A8FB-49D8-86DC-958D67A06821}">
      <dgm:prSet/>
      <dgm:spPr/>
      <dgm:t>
        <a:bodyPr/>
        <a:lstStyle/>
        <a:p>
          <a:r>
            <a:rPr lang="en-US"/>
            <a:t>3. Isolation</a:t>
          </a:r>
        </a:p>
      </dgm:t>
    </dgm:pt>
    <dgm:pt modelId="{16D7C50D-75EE-4A5F-B5AA-D37D48A71541}" type="parTrans" cxnId="{41DB102C-D129-4476-AD82-334BEC6DDCFA}">
      <dgm:prSet/>
      <dgm:spPr/>
      <dgm:t>
        <a:bodyPr/>
        <a:lstStyle/>
        <a:p>
          <a:endParaRPr lang="en-US"/>
        </a:p>
      </dgm:t>
    </dgm:pt>
    <dgm:pt modelId="{AD4F5245-9F63-499E-B86A-68FBC51541B9}" type="sibTrans" cxnId="{41DB102C-D129-4476-AD82-334BEC6DDCFA}">
      <dgm:prSet/>
      <dgm:spPr/>
      <dgm:t>
        <a:bodyPr/>
        <a:lstStyle/>
        <a:p>
          <a:endParaRPr lang="en-US"/>
        </a:p>
      </dgm:t>
    </dgm:pt>
    <dgm:pt modelId="{B3D3987B-2A01-473F-AF6B-2C6DBBE1E010}">
      <dgm:prSet/>
      <dgm:spPr/>
      <dgm:t>
        <a:bodyPr/>
        <a:lstStyle/>
        <a:p>
          <a:r>
            <a:rPr lang="en-US"/>
            <a:t>4. Scalability</a:t>
          </a:r>
        </a:p>
      </dgm:t>
    </dgm:pt>
    <dgm:pt modelId="{E20B6931-31FC-4699-B6EA-23046750FB65}" type="parTrans" cxnId="{4B0663D6-7EBD-4B83-88F7-21880ECC3530}">
      <dgm:prSet/>
      <dgm:spPr/>
      <dgm:t>
        <a:bodyPr/>
        <a:lstStyle/>
        <a:p>
          <a:endParaRPr lang="en-US"/>
        </a:p>
      </dgm:t>
    </dgm:pt>
    <dgm:pt modelId="{28545C07-4CBB-4713-B430-499FCE7BD74E}" type="sibTrans" cxnId="{4B0663D6-7EBD-4B83-88F7-21880ECC3530}">
      <dgm:prSet/>
      <dgm:spPr/>
      <dgm:t>
        <a:bodyPr/>
        <a:lstStyle/>
        <a:p>
          <a:endParaRPr lang="en-US"/>
        </a:p>
      </dgm:t>
    </dgm:pt>
    <dgm:pt modelId="{35898731-24A8-480D-9973-D37854CD3BDD}" type="pres">
      <dgm:prSet presAssocID="{C0A5E0DA-0C7D-40F5-B443-457FE6C6BFD2}" presName="outerComposite" presStyleCnt="0">
        <dgm:presLayoutVars>
          <dgm:chMax val="5"/>
          <dgm:dir/>
          <dgm:resizeHandles val="exact"/>
        </dgm:presLayoutVars>
      </dgm:prSet>
      <dgm:spPr/>
    </dgm:pt>
    <dgm:pt modelId="{3016BD69-502C-4FD1-ADEF-FB76DF0B70AB}" type="pres">
      <dgm:prSet presAssocID="{C0A5E0DA-0C7D-40F5-B443-457FE6C6BFD2}" presName="dummyMaxCanvas" presStyleCnt="0">
        <dgm:presLayoutVars/>
      </dgm:prSet>
      <dgm:spPr/>
    </dgm:pt>
    <dgm:pt modelId="{B9F4A918-9EF8-4D99-8EA3-DFF3DB8D97AD}" type="pres">
      <dgm:prSet presAssocID="{C0A5E0DA-0C7D-40F5-B443-457FE6C6BFD2}" presName="FourNodes_1" presStyleLbl="node1" presStyleIdx="0" presStyleCnt="4">
        <dgm:presLayoutVars>
          <dgm:bulletEnabled val="1"/>
        </dgm:presLayoutVars>
      </dgm:prSet>
      <dgm:spPr/>
    </dgm:pt>
    <dgm:pt modelId="{F1019ADD-FD60-4361-AA7A-A95E243165D0}" type="pres">
      <dgm:prSet presAssocID="{C0A5E0DA-0C7D-40F5-B443-457FE6C6BFD2}" presName="FourNodes_2" presStyleLbl="node1" presStyleIdx="1" presStyleCnt="4">
        <dgm:presLayoutVars>
          <dgm:bulletEnabled val="1"/>
        </dgm:presLayoutVars>
      </dgm:prSet>
      <dgm:spPr/>
    </dgm:pt>
    <dgm:pt modelId="{B3A906DF-A6A8-4DD8-95C0-CA8676B64C9F}" type="pres">
      <dgm:prSet presAssocID="{C0A5E0DA-0C7D-40F5-B443-457FE6C6BFD2}" presName="FourNodes_3" presStyleLbl="node1" presStyleIdx="2" presStyleCnt="4">
        <dgm:presLayoutVars>
          <dgm:bulletEnabled val="1"/>
        </dgm:presLayoutVars>
      </dgm:prSet>
      <dgm:spPr/>
    </dgm:pt>
    <dgm:pt modelId="{0F3C1644-EAD7-47B1-84CF-749FA2A3FBAC}" type="pres">
      <dgm:prSet presAssocID="{C0A5E0DA-0C7D-40F5-B443-457FE6C6BFD2}" presName="FourNodes_4" presStyleLbl="node1" presStyleIdx="3" presStyleCnt="4">
        <dgm:presLayoutVars>
          <dgm:bulletEnabled val="1"/>
        </dgm:presLayoutVars>
      </dgm:prSet>
      <dgm:spPr/>
    </dgm:pt>
    <dgm:pt modelId="{0D02CEB2-C952-492B-8D44-D330542587FD}" type="pres">
      <dgm:prSet presAssocID="{C0A5E0DA-0C7D-40F5-B443-457FE6C6BFD2}" presName="FourConn_1-2" presStyleLbl="fgAccFollowNode1" presStyleIdx="0" presStyleCnt="3">
        <dgm:presLayoutVars>
          <dgm:bulletEnabled val="1"/>
        </dgm:presLayoutVars>
      </dgm:prSet>
      <dgm:spPr/>
    </dgm:pt>
    <dgm:pt modelId="{DD761E4D-17B9-461B-B79F-2B2247715FFF}" type="pres">
      <dgm:prSet presAssocID="{C0A5E0DA-0C7D-40F5-B443-457FE6C6BFD2}" presName="FourConn_2-3" presStyleLbl="fgAccFollowNode1" presStyleIdx="1" presStyleCnt="3">
        <dgm:presLayoutVars>
          <dgm:bulletEnabled val="1"/>
        </dgm:presLayoutVars>
      </dgm:prSet>
      <dgm:spPr/>
    </dgm:pt>
    <dgm:pt modelId="{5B1B58F9-C13E-491A-B9A2-4EE6332BD1FE}" type="pres">
      <dgm:prSet presAssocID="{C0A5E0DA-0C7D-40F5-B443-457FE6C6BFD2}" presName="FourConn_3-4" presStyleLbl="fgAccFollowNode1" presStyleIdx="2" presStyleCnt="3">
        <dgm:presLayoutVars>
          <dgm:bulletEnabled val="1"/>
        </dgm:presLayoutVars>
      </dgm:prSet>
      <dgm:spPr/>
    </dgm:pt>
    <dgm:pt modelId="{21728A73-2B1F-4514-99B8-ABA12A5ABCF3}" type="pres">
      <dgm:prSet presAssocID="{C0A5E0DA-0C7D-40F5-B443-457FE6C6BFD2}" presName="FourNodes_1_text" presStyleLbl="node1" presStyleIdx="3" presStyleCnt="4">
        <dgm:presLayoutVars>
          <dgm:bulletEnabled val="1"/>
        </dgm:presLayoutVars>
      </dgm:prSet>
      <dgm:spPr/>
    </dgm:pt>
    <dgm:pt modelId="{B623490B-D4E8-48FD-A0C6-148527A84795}" type="pres">
      <dgm:prSet presAssocID="{C0A5E0DA-0C7D-40F5-B443-457FE6C6BFD2}" presName="FourNodes_2_text" presStyleLbl="node1" presStyleIdx="3" presStyleCnt="4">
        <dgm:presLayoutVars>
          <dgm:bulletEnabled val="1"/>
        </dgm:presLayoutVars>
      </dgm:prSet>
      <dgm:spPr/>
    </dgm:pt>
    <dgm:pt modelId="{C6ED875B-52F2-47B4-8ECE-F33F04B45465}" type="pres">
      <dgm:prSet presAssocID="{C0A5E0DA-0C7D-40F5-B443-457FE6C6BFD2}" presName="FourNodes_3_text" presStyleLbl="node1" presStyleIdx="3" presStyleCnt="4">
        <dgm:presLayoutVars>
          <dgm:bulletEnabled val="1"/>
        </dgm:presLayoutVars>
      </dgm:prSet>
      <dgm:spPr/>
    </dgm:pt>
    <dgm:pt modelId="{97674648-A42F-4F09-BAAB-E8918C237828}" type="pres">
      <dgm:prSet presAssocID="{C0A5E0DA-0C7D-40F5-B443-457FE6C6BFD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DD22314-235C-4BA8-B931-E44AB69D2FA3}" type="presOf" srcId="{3240962F-E63B-4BFA-85FF-C2815CA47395}" destId="{F1019ADD-FD60-4361-AA7A-A95E243165D0}" srcOrd="0" destOrd="0" presId="urn:microsoft.com/office/officeart/2005/8/layout/vProcess5"/>
    <dgm:cxn modelId="{97A7B024-756C-4585-8316-62165A603738}" type="presOf" srcId="{0E5FA497-F1AD-45FA-9F0A-99E297DEDF92}" destId="{21728A73-2B1F-4514-99B8-ABA12A5ABCF3}" srcOrd="1" destOrd="0" presId="urn:microsoft.com/office/officeart/2005/8/layout/vProcess5"/>
    <dgm:cxn modelId="{41DB102C-D129-4476-AD82-334BEC6DDCFA}" srcId="{C0A5E0DA-0C7D-40F5-B443-457FE6C6BFD2}" destId="{5C252316-A8FB-49D8-86DC-958D67A06821}" srcOrd="2" destOrd="0" parTransId="{16D7C50D-75EE-4A5F-B5AA-D37D48A71541}" sibTransId="{AD4F5245-9F63-499E-B86A-68FBC51541B9}"/>
    <dgm:cxn modelId="{D74D3B65-CCCB-4333-B17F-1BDDFF6B70C1}" type="presOf" srcId="{3240962F-E63B-4BFA-85FF-C2815CA47395}" destId="{B623490B-D4E8-48FD-A0C6-148527A84795}" srcOrd="1" destOrd="0" presId="urn:microsoft.com/office/officeart/2005/8/layout/vProcess5"/>
    <dgm:cxn modelId="{A3DA1A83-AC83-4BDA-82F6-542F8C98A079}" type="presOf" srcId="{AD4F5245-9F63-499E-B86A-68FBC51541B9}" destId="{5B1B58F9-C13E-491A-B9A2-4EE6332BD1FE}" srcOrd="0" destOrd="0" presId="urn:microsoft.com/office/officeart/2005/8/layout/vProcess5"/>
    <dgm:cxn modelId="{39865A87-0074-45E6-B059-BA1C68602BDF}" srcId="{C0A5E0DA-0C7D-40F5-B443-457FE6C6BFD2}" destId="{3240962F-E63B-4BFA-85FF-C2815CA47395}" srcOrd="1" destOrd="0" parTransId="{24826882-AAEB-413F-B301-6D71DEA77B17}" sibTransId="{B7400123-D95A-4208-BF0F-430B080347A5}"/>
    <dgm:cxn modelId="{BB86288C-B952-4FBF-855B-6CA92A3CD081}" type="presOf" srcId="{5DE38816-78FB-46EC-8CD4-295EBCFDAFAC}" destId="{0D02CEB2-C952-492B-8D44-D330542587FD}" srcOrd="0" destOrd="0" presId="urn:microsoft.com/office/officeart/2005/8/layout/vProcess5"/>
    <dgm:cxn modelId="{7D5246A1-1EF2-4F6D-9D6A-2697A1485710}" srcId="{C0A5E0DA-0C7D-40F5-B443-457FE6C6BFD2}" destId="{0E5FA497-F1AD-45FA-9F0A-99E297DEDF92}" srcOrd="0" destOrd="0" parTransId="{8C6EB078-FD5D-436F-8944-E4F6A07314FB}" sibTransId="{5DE38816-78FB-46EC-8CD4-295EBCFDAFAC}"/>
    <dgm:cxn modelId="{F8AC5DA7-B8CD-42CE-BF16-D16B2F430D85}" type="presOf" srcId="{B7400123-D95A-4208-BF0F-430B080347A5}" destId="{DD761E4D-17B9-461B-B79F-2B2247715FFF}" srcOrd="0" destOrd="0" presId="urn:microsoft.com/office/officeart/2005/8/layout/vProcess5"/>
    <dgm:cxn modelId="{207804C1-C837-466C-8190-8F07ABE2018B}" type="presOf" srcId="{0E5FA497-F1AD-45FA-9F0A-99E297DEDF92}" destId="{B9F4A918-9EF8-4D99-8EA3-DFF3DB8D97AD}" srcOrd="0" destOrd="0" presId="urn:microsoft.com/office/officeart/2005/8/layout/vProcess5"/>
    <dgm:cxn modelId="{592810C1-5822-4854-99D1-B4D7566BEB8B}" type="presOf" srcId="{B3D3987B-2A01-473F-AF6B-2C6DBBE1E010}" destId="{0F3C1644-EAD7-47B1-84CF-749FA2A3FBAC}" srcOrd="0" destOrd="0" presId="urn:microsoft.com/office/officeart/2005/8/layout/vProcess5"/>
    <dgm:cxn modelId="{4A31C2D3-D694-4B68-AAE6-E5BF9B62C16B}" type="presOf" srcId="{5C252316-A8FB-49D8-86DC-958D67A06821}" destId="{B3A906DF-A6A8-4DD8-95C0-CA8676B64C9F}" srcOrd="0" destOrd="0" presId="urn:microsoft.com/office/officeart/2005/8/layout/vProcess5"/>
    <dgm:cxn modelId="{4B0663D6-7EBD-4B83-88F7-21880ECC3530}" srcId="{C0A5E0DA-0C7D-40F5-B443-457FE6C6BFD2}" destId="{B3D3987B-2A01-473F-AF6B-2C6DBBE1E010}" srcOrd="3" destOrd="0" parTransId="{E20B6931-31FC-4699-B6EA-23046750FB65}" sibTransId="{28545C07-4CBB-4713-B430-499FCE7BD74E}"/>
    <dgm:cxn modelId="{07DD3DD8-EC34-4388-A40F-5F9BE55406AF}" type="presOf" srcId="{C0A5E0DA-0C7D-40F5-B443-457FE6C6BFD2}" destId="{35898731-24A8-480D-9973-D37854CD3BDD}" srcOrd="0" destOrd="0" presId="urn:microsoft.com/office/officeart/2005/8/layout/vProcess5"/>
    <dgm:cxn modelId="{14F535F3-B70C-4251-AF70-212AA5BD01BA}" type="presOf" srcId="{B3D3987B-2A01-473F-AF6B-2C6DBBE1E010}" destId="{97674648-A42F-4F09-BAAB-E8918C237828}" srcOrd="1" destOrd="0" presId="urn:microsoft.com/office/officeart/2005/8/layout/vProcess5"/>
    <dgm:cxn modelId="{3A86E2F6-8E25-4725-9FE8-37E3BAFA29A2}" type="presOf" srcId="{5C252316-A8FB-49D8-86DC-958D67A06821}" destId="{C6ED875B-52F2-47B4-8ECE-F33F04B45465}" srcOrd="1" destOrd="0" presId="urn:microsoft.com/office/officeart/2005/8/layout/vProcess5"/>
    <dgm:cxn modelId="{3BE7620C-EBF1-4C20-9449-B54EC15AA8CA}" type="presParOf" srcId="{35898731-24A8-480D-9973-D37854CD3BDD}" destId="{3016BD69-502C-4FD1-ADEF-FB76DF0B70AB}" srcOrd="0" destOrd="0" presId="urn:microsoft.com/office/officeart/2005/8/layout/vProcess5"/>
    <dgm:cxn modelId="{804DF03B-3351-49BF-839A-14EADFDADD11}" type="presParOf" srcId="{35898731-24A8-480D-9973-D37854CD3BDD}" destId="{B9F4A918-9EF8-4D99-8EA3-DFF3DB8D97AD}" srcOrd="1" destOrd="0" presId="urn:microsoft.com/office/officeart/2005/8/layout/vProcess5"/>
    <dgm:cxn modelId="{60525A7C-6694-4244-A48F-791DAF2EA171}" type="presParOf" srcId="{35898731-24A8-480D-9973-D37854CD3BDD}" destId="{F1019ADD-FD60-4361-AA7A-A95E243165D0}" srcOrd="2" destOrd="0" presId="urn:microsoft.com/office/officeart/2005/8/layout/vProcess5"/>
    <dgm:cxn modelId="{31B64215-7BA8-4E85-9D88-FE5789768BC2}" type="presParOf" srcId="{35898731-24A8-480D-9973-D37854CD3BDD}" destId="{B3A906DF-A6A8-4DD8-95C0-CA8676B64C9F}" srcOrd="3" destOrd="0" presId="urn:microsoft.com/office/officeart/2005/8/layout/vProcess5"/>
    <dgm:cxn modelId="{DE54E687-29BB-46D1-A1EE-54FE3083FED3}" type="presParOf" srcId="{35898731-24A8-480D-9973-D37854CD3BDD}" destId="{0F3C1644-EAD7-47B1-84CF-749FA2A3FBAC}" srcOrd="4" destOrd="0" presId="urn:microsoft.com/office/officeart/2005/8/layout/vProcess5"/>
    <dgm:cxn modelId="{24B18787-DF73-457F-B025-649E2FED0662}" type="presParOf" srcId="{35898731-24A8-480D-9973-D37854CD3BDD}" destId="{0D02CEB2-C952-492B-8D44-D330542587FD}" srcOrd="5" destOrd="0" presId="urn:microsoft.com/office/officeart/2005/8/layout/vProcess5"/>
    <dgm:cxn modelId="{6DF32EA7-A8FB-4224-A31B-CDFE29D97A08}" type="presParOf" srcId="{35898731-24A8-480D-9973-D37854CD3BDD}" destId="{DD761E4D-17B9-461B-B79F-2B2247715FFF}" srcOrd="6" destOrd="0" presId="urn:microsoft.com/office/officeart/2005/8/layout/vProcess5"/>
    <dgm:cxn modelId="{D1162F9A-F95B-4006-ACD5-CA73CFB15467}" type="presParOf" srcId="{35898731-24A8-480D-9973-D37854CD3BDD}" destId="{5B1B58F9-C13E-491A-B9A2-4EE6332BD1FE}" srcOrd="7" destOrd="0" presId="urn:microsoft.com/office/officeart/2005/8/layout/vProcess5"/>
    <dgm:cxn modelId="{3E01DD79-80FD-469B-8290-78FDEA62C92C}" type="presParOf" srcId="{35898731-24A8-480D-9973-D37854CD3BDD}" destId="{21728A73-2B1F-4514-99B8-ABA12A5ABCF3}" srcOrd="8" destOrd="0" presId="urn:microsoft.com/office/officeart/2005/8/layout/vProcess5"/>
    <dgm:cxn modelId="{B93D8256-5A3E-4C6B-8DCA-68BF470E4CF2}" type="presParOf" srcId="{35898731-24A8-480D-9973-D37854CD3BDD}" destId="{B623490B-D4E8-48FD-A0C6-148527A84795}" srcOrd="9" destOrd="0" presId="urn:microsoft.com/office/officeart/2005/8/layout/vProcess5"/>
    <dgm:cxn modelId="{DB3E348C-E7CC-454B-BF81-AFF7F984D19D}" type="presParOf" srcId="{35898731-24A8-480D-9973-D37854CD3BDD}" destId="{C6ED875B-52F2-47B4-8ECE-F33F04B45465}" srcOrd="10" destOrd="0" presId="urn:microsoft.com/office/officeart/2005/8/layout/vProcess5"/>
    <dgm:cxn modelId="{18AD68DC-DABF-4469-8F24-29494CDF2BF4}" type="presParOf" srcId="{35898731-24A8-480D-9973-D37854CD3BDD}" destId="{97674648-A42F-4F09-BAAB-E8918C23782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DEA4BC-DCBE-4820-8075-401C47ECAAD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E79770E-753A-4979-84AD-E4DDAECC5CBC}">
      <dgm:prSet/>
      <dgm:spPr/>
      <dgm:t>
        <a:bodyPr/>
        <a:lstStyle/>
        <a:p>
          <a:r>
            <a:rPr lang="en-US"/>
            <a:t>Docker consists of the following 4 things:</a:t>
          </a:r>
        </a:p>
      </dgm:t>
    </dgm:pt>
    <dgm:pt modelId="{04913B56-6B87-4CCE-AEAC-E2B038437232}" type="parTrans" cxnId="{7823D274-4B08-49E8-BC7E-F239F5739FA4}">
      <dgm:prSet/>
      <dgm:spPr/>
      <dgm:t>
        <a:bodyPr/>
        <a:lstStyle/>
        <a:p>
          <a:endParaRPr lang="en-US"/>
        </a:p>
      </dgm:t>
    </dgm:pt>
    <dgm:pt modelId="{C788353B-FABA-4CD0-A8F9-AAF05333D27E}" type="sibTrans" cxnId="{7823D274-4B08-49E8-BC7E-F239F5739FA4}">
      <dgm:prSet/>
      <dgm:spPr/>
      <dgm:t>
        <a:bodyPr/>
        <a:lstStyle/>
        <a:p>
          <a:endParaRPr lang="en-US"/>
        </a:p>
      </dgm:t>
    </dgm:pt>
    <dgm:pt modelId="{D714E0AD-6819-4867-A7BD-4D309394FD31}">
      <dgm:prSet/>
      <dgm:spPr/>
      <dgm:t>
        <a:bodyPr/>
        <a:lstStyle/>
        <a:p>
          <a:r>
            <a:rPr lang="en-US"/>
            <a:t>1. Docker Object</a:t>
          </a:r>
        </a:p>
      </dgm:t>
    </dgm:pt>
    <dgm:pt modelId="{C99192FB-7F04-4588-B02F-AB6AB8F0A6AB}" type="parTrans" cxnId="{165E47E4-DEF5-47B1-95F2-DD9E72F1F65C}">
      <dgm:prSet/>
      <dgm:spPr/>
      <dgm:t>
        <a:bodyPr/>
        <a:lstStyle/>
        <a:p>
          <a:endParaRPr lang="en-US"/>
        </a:p>
      </dgm:t>
    </dgm:pt>
    <dgm:pt modelId="{62C8DB21-4517-4BA8-8CCC-C4F29A2F17BA}" type="sibTrans" cxnId="{165E47E4-DEF5-47B1-95F2-DD9E72F1F65C}">
      <dgm:prSet/>
      <dgm:spPr/>
      <dgm:t>
        <a:bodyPr/>
        <a:lstStyle/>
        <a:p>
          <a:endParaRPr lang="en-US"/>
        </a:p>
      </dgm:t>
    </dgm:pt>
    <dgm:pt modelId="{B784AE5E-C06A-432D-86D3-BA733C615312}">
      <dgm:prSet/>
      <dgm:spPr/>
      <dgm:t>
        <a:bodyPr/>
        <a:lstStyle/>
        <a:p>
          <a:r>
            <a:rPr lang="en-US"/>
            <a:t>2. Docker Client</a:t>
          </a:r>
        </a:p>
      </dgm:t>
    </dgm:pt>
    <dgm:pt modelId="{98A09F3E-7BF6-4BD0-9057-83866A9CAFA2}" type="parTrans" cxnId="{A0865310-4716-4ADF-BF78-23DB574B7626}">
      <dgm:prSet/>
      <dgm:spPr/>
      <dgm:t>
        <a:bodyPr/>
        <a:lstStyle/>
        <a:p>
          <a:endParaRPr lang="en-US"/>
        </a:p>
      </dgm:t>
    </dgm:pt>
    <dgm:pt modelId="{95D968C7-722C-4A2D-B67F-5FE78ACA7C7D}" type="sibTrans" cxnId="{A0865310-4716-4ADF-BF78-23DB574B7626}">
      <dgm:prSet/>
      <dgm:spPr/>
      <dgm:t>
        <a:bodyPr/>
        <a:lstStyle/>
        <a:p>
          <a:endParaRPr lang="en-US"/>
        </a:p>
      </dgm:t>
    </dgm:pt>
    <dgm:pt modelId="{731ED73D-AE35-4354-8A27-E0DE115266AF}">
      <dgm:prSet/>
      <dgm:spPr/>
      <dgm:t>
        <a:bodyPr/>
        <a:lstStyle/>
        <a:p>
          <a:r>
            <a:rPr lang="en-US"/>
            <a:t>3. Docker Daemon</a:t>
          </a:r>
        </a:p>
      </dgm:t>
    </dgm:pt>
    <dgm:pt modelId="{7D5F2919-335D-4EBF-B1B5-668EB8C371AA}" type="parTrans" cxnId="{91F924DA-6434-4B82-A696-D1E124D3B6D1}">
      <dgm:prSet/>
      <dgm:spPr/>
      <dgm:t>
        <a:bodyPr/>
        <a:lstStyle/>
        <a:p>
          <a:endParaRPr lang="en-US"/>
        </a:p>
      </dgm:t>
    </dgm:pt>
    <dgm:pt modelId="{65BC49C8-778B-4FD5-9CAF-5F8EEA901382}" type="sibTrans" cxnId="{91F924DA-6434-4B82-A696-D1E124D3B6D1}">
      <dgm:prSet/>
      <dgm:spPr/>
      <dgm:t>
        <a:bodyPr/>
        <a:lstStyle/>
        <a:p>
          <a:endParaRPr lang="en-US"/>
        </a:p>
      </dgm:t>
    </dgm:pt>
    <dgm:pt modelId="{D8470E4B-4CD7-4818-B6C6-B3C7F2F4B064}">
      <dgm:prSet/>
      <dgm:spPr/>
      <dgm:t>
        <a:bodyPr/>
        <a:lstStyle/>
        <a:p>
          <a:r>
            <a:rPr lang="en-US"/>
            <a:t>4. Docker Registry</a:t>
          </a:r>
        </a:p>
      </dgm:t>
    </dgm:pt>
    <dgm:pt modelId="{4CC3ED87-65CE-42EF-9AE4-35518F25BF9C}" type="parTrans" cxnId="{4679E39C-1F59-4620-A4CC-44577CA49513}">
      <dgm:prSet/>
      <dgm:spPr/>
      <dgm:t>
        <a:bodyPr/>
        <a:lstStyle/>
        <a:p>
          <a:endParaRPr lang="en-US"/>
        </a:p>
      </dgm:t>
    </dgm:pt>
    <dgm:pt modelId="{A6521563-F20A-42AA-9975-D00FBAD81A42}" type="sibTrans" cxnId="{4679E39C-1F59-4620-A4CC-44577CA49513}">
      <dgm:prSet/>
      <dgm:spPr/>
      <dgm:t>
        <a:bodyPr/>
        <a:lstStyle/>
        <a:p>
          <a:endParaRPr lang="en-US"/>
        </a:p>
      </dgm:t>
    </dgm:pt>
    <dgm:pt modelId="{2E361B3C-89BF-42AB-89AF-4BB4A32717F9}" type="pres">
      <dgm:prSet presAssocID="{6FDEA4BC-DCBE-4820-8075-401C47ECAAD5}" presName="outerComposite" presStyleCnt="0">
        <dgm:presLayoutVars>
          <dgm:chMax val="5"/>
          <dgm:dir/>
          <dgm:resizeHandles val="exact"/>
        </dgm:presLayoutVars>
      </dgm:prSet>
      <dgm:spPr/>
    </dgm:pt>
    <dgm:pt modelId="{34C70304-2D39-48E2-A663-69B56F238D2E}" type="pres">
      <dgm:prSet presAssocID="{6FDEA4BC-DCBE-4820-8075-401C47ECAAD5}" presName="dummyMaxCanvas" presStyleCnt="0">
        <dgm:presLayoutVars/>
      </dgm:prSet>
      <dgm:spPr/>
    </dgm:pt>
    <dgm:pt modelId="{BA89DDC3-267F-44B2-BD57-7994BDB7538D}" type="pres">
      <dgm:prSet presAssocID="{6FDEA4BC-DCBE-4820-8075-401C47ECAAD5}" presName="FiveNodes_1" presStyleLbl="node1" presStyleIdx="0" presStyleCnt="5">
        <dgm:presLayoutVars>
          <dgm:bulletEnabled val="1"/>
        </dgm:presLayoutVars>
      </dgm:prSet>
      <dgm:spPr/>
    </dgm:pt>
    <dgm:pt modelId="{C800E361-4C25-46A2-9D80-DAE55D708F79}" type="pres">
      <dgm:prSet presAssocID="{6FDEA4BC-DCBE-4820-8075-401C47ECAAD5}" presName="FiveNodes_2" presStyleLbl="node1" presStyleIdx="1" presStyleCnt="5">
        <dgm:presLayoutVars>
          <dgm:bulletEnabled val="1"/>
        </dgm:presLayoutVars>
      </dgm:prSet>
      <dgm:spPr/>
    </dgm:pt>
    <dgm:pt modelId="{2A01E709-975F-453A-84AB-B5AEF972CD60}" type="pres">
      <dgm:prSet presAssocID="{6FDEA4BC-DCBE-4820-8075-401C47ECAAD5}" presName="FiveNodes_3" presStyleLbl="node1" presStyleIdx="2" presStyleCnt="5">
        <dgm:presLayoutVars>
          <dgm:bulletEnabled val="1"/>
        </dgm:presLayoutVars>
      </dgm:prSet>
      <dgm:spPr/>
    </dgm:pt>
    <dgm:pt modelId="{7F18AF3A-CEF9-4F93-BF44-E65CF14143AC}" type="pres">
      <dgm:prSet presAssocID="{6FDEA4BC-DCBE-4820-8075-401C47ECAAD5}" presName="FiveNodes_4" presStyleLbl="node1" presStyleIdx="3" presStyleCnt="5">
        <dgm:presLayoutVars>
          <dgm:bulletEnabled val="1"/>
        </dgm:presLayoutVars>
      </dgm:prSet>
      <dgm:spPr/>
    </dgm:pt>
    <dgm:pt modelId="{D1975158-410C-4E46-A7B8-50AEFE5509BC}" type="pres">
      <dgm:prSet presAssocID="{6FDEA4BC-DCBE-4820-8075-401C47ECAAD5}" presName="FiveNodes_5" presStyleLbl="node1" presStyleIdx="4" presStyleCnt="5">
        <dgm:presLayoutVars>
          <dgm:bulletEnabled val="1"/>
        </dgm:presLayoutVars>
      </dgm:prSet>
      <dgm:spPr/>
    </dgm:pt>
    <dgm:pt modelId="{346C6235-4F6E-45D5-98F5-2D5C3584881A}" type="pres">
      <dgm:prSet presAssocID="{6FDEA4BC-DCBE-4820-8075-401C47ECAAD5}" presName="FiveConn_1-2" presStyleLbl="fgAccFollowNode1" presStyleIdx="0" presStyleCnt="4">
        <dgm:presLayoutVars>
          <dgm:bulletEnabled val="1"/>
        </dgm:presLayoutVars>
      </dgm:prSet>
      <dgm:spPr/>
    </dgm:pt>
    <dgm:pt modelId="{46976989-BD43-4EC7-BA81-268BD6DA4C82}" type="pres">
      <dgm:prSet presAssocID="{6FDEA4BC-DCBE-4820-8075-401C47ECAAD5}" presName="FiveConn_2-3" presStyleLbl="fgAccFollowNode1" presStyleIdx="1" presStyleCnt="4">
        <dgm:presLayoutVars>
          <dgm:bulletEnabled val="1"/>
        </dgm:presLayoutVars>
      </dgm:prSet>
      <dgm:spPr/>
    </dgm:pt>
    <dgm:pt modelId="{F38835EA-6CF6-402B-A469-CCBF3BFCF2B8}" type="pres">
      <dgm:prSet presAssocID="{6FDEA4BC-DCBE-4820-8075-401C47ECAAD5}" presName="FiveConn_3-4" presStyleLbl="fgAccFollowNode1" presStyleIdx="2" presStyleCnt="4">
        <dgm:presLayoutVars>
          <dgm:bulletEnabled val="1"/>
        </dgm:presLayoutVars>
      </dgm:prSet>
      <dgm:spPr/>
    </dgm:pt>
    <dgm:pt modelId="{BB0873DC-93FF-4925-89B4-61A6AE75A5C8}" type="pres">
      <dgm:prSet presAssocID="{6FDEA4BC-DCBE-4820-8075-401C47ECAAD5}" presName="FiveConn_4-5" presStyleLbl="fgAccFollowNode1" presStyleIdx="3" presStyleCnt="4">
        <dgm:presLayoutVars>
          <dgm:bulletEnabled val="1"/>
        </dgm:presLayoutVars>
      </dgm:prSet>
      <dgm:spPr/>
    </dgm:pt>
    <dgm:pt modelId="{7F10669D-1F28-40D7-8B8B-71DD45FA6916}" type="pres">
      <dgm:prSet presAssocID="{6FDEA4BC-DCBE-4820-8075-401C47ECAAD5}" presName="FiveNodes_1_text" presStyleLbl="node1" presStyleIdx="4" presStyleCnt="5">
        <dgm:presLayoutVars>
          <dgm:bulletEnabled val="1"/>
        </dgm:presLayoutVars>
      </dgm:prSet>
      <dgm:spPr/>
    </dgm:pt>
    <dgm:pt modelId="{7B05A305-96D9-4DFD-8C98-E2652FE97828}" type="pres">
      <dgm:prSet presAssocID="{6FDEA4BC-DCBE-4820-8075-401C47ECAAD5}" presName="FiveNodes_2_text" presStyleLbl="node1" presStyleIdx="4" presStyleCnt="5">
        <dgm:presLayoutVars>
          <dgm:bulletEnabled val="1"/>
        </dgm:presLayoutVars>
      </dgm:prSet>
      <dgm:spPr/>
    </dgm:pt>
    <dgm:pt modelId="{A5268910-B254-4828-A522-F8DDA73A77F9}" type="pres">
      <dgm:prSet presAssocID="{6FDEA4BC-DCBE-4820-8075-401C47ECAAD5}" presName="FiveNodes_3_text" presStyleLbl="node1" presStyleIdx="4" presStyleCnt="5">
        <dgm:presLayoutVars>
          <dgm:bulletEnabled val="1"/>
        </dgm:presLayoutVars>
      </dgm:prSet>
      <dgm:spPr/>
    </dgm:pt>
    <dgm:pt modelId="{F75D7BA9-AC52-4FCD-88B8-1621D88A62E7}" type="pres">
      <dgm:prSet presAssocID="{6FDEA4BC-DCBE-4820-8075-401C47ECAAD5}" presName="FiveNodes_4_text" presStyleLbl="node1" presStyleIdx="4" presStyleCnt="5">
        <dgm:presLayoutVars>
          <dgm:bulletEnabled val="1"/>
        </dgm:presLayoutVars>
      </dgm:prSet>
      <dgm:spPr/>
    </dgm:pt>
    <dgm:pt modelId="{1C2CB5B3-1980-415B-ABE3-0C14870374B9}" type="pres">
      <dgm:prSet presAssocID="{6FDEA4BC-DCBE-4820-8075-401C47ECAAD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301AA03-9565-40E6-BEFF-8625422FE06F}" type="presOf" srcId="{CE79770E-753A-4979-84AD-E4DDAECC5CBC}" destId="{7F10669D-1F28-40D7-8B8B-71DD45FA6916}" srcOrd="1" destOrd="0" presId="urn:microsoft.com/office/officeart/2005/8/layout/vProcess5"/>
    <dgm:cxn modelId="{A0865310-4716-4ADF-BF78-23DB574B7626}" srcId="{6FDEA4BC-DCBE-4820-8075-401C47ECAAD5}" destId="{B784AE5E-C06A-432D-86D3-BA733C615312}" srcOrd="2" destOrd="0" parTransId="{98A09F3E-7BF6-4BD0-9057-83866A9CAFA2}" sibTransId="{95D968C7-722C-4A2D-B67F-5FE78ACA7C7D}"/>
    <dgm:cxn modelId="{DAC25024-CCD2-47FD-8FD7-E668C72B5E25}" type="presOf" srcId="{731ED73D-AE35-4354-8A27-E0DE115266AF}" destId="{7F18AF3A-CEF9-4F93-BF44-E65CF14143AC}" srcOrd="0" destOrd="0" presId="urn:microsoft.com/office/officeart/2005/8/layout/vProcess5"/>
    <dgm:cxn modelId="{644ABF39-BE56-4366-B54F-D30849B69111}" type="presOf" srcId="{C788353B-FABA-4CD0-A8F9-AAF05333D27E}" destId="{346C6235-4F6E-45D5-98F5-2D5C3584881A}" srcOrd="0" destOrd="0" presId="urn:microsoft.com/office/officeart/2005/8/layout/vProcess5"/>
    <dgm:cxn modelId="{26AB7446-8068-46C6-8299-AE203825A8EC}" type="presOf" srcId="{D8470E4B-4CD7-4818-B6C6-B3C7F2F4B064}" destId="{1C2CB5B3-1980-415B-ABE3-0C14870374B9}" srcOrd="1" destOrd="0" presId="urn:microsoft.com/office/officeart/2005/8/layout/vProcess5"/>
    <dgm:cxn modelId="{957E0768-AB8B-482F-A0C3-F9F0FC7484D8}" type="presOf" srcId="{6FDEA4BC-DCBE-4820-8075-401C47ECAAD5}" destId="{2E361B3C-89BF-42AB-89AF-4BB4A32717F9}" srcOrd="0" destOrd="0" presId="urn:microsoft.com/office/officeart/2005/8/layout/vProcess5"/>
    <dgm:cxn modelId="{4ECB1971-62D1-44EA-9195-0398E12CA3A5}" type="presOf" srcId="{95D968C7-722C-4A2D-B67F-5FE78ACA7C7D}" destId="{F38835EA-6CF6-402B-A469-CCBF3BFCF2B8}" srcOrd="0" destOrd="0" presId="urn:microsoft.com/office/officeart/2005/8/layout/vProcess5"/>
    <dgm:cxn modelId="{7823D274-4B08-49E8-BC7E-F239F5739FA4}" srcId="{6FDEA4BC-DCBE-4820-8075-401C47ECAAD5}" destId="{CE79770E-753A-4979-84AD-E4DDAECC5CBC}" srcOrd="0" destOrd="0" parTransId="{04913B56-6B87-4CCE-AEAC-E2B038437232}" sibTransId="{C788353B-FABA-4CD0-A8F9-AAF05333D27E}"/>
    <dgm:cxn modelId="{4679E39C-1F59-4620-A4CC-44577CA49513}" srcId="{6FDEA4BC-DCBE-4820-8075-401C47ECAAD5}" destId="{D8470E4B-4CD7-4818-B6C6-B3C7F2F4B064}" srcOrd="4" destOrd="0" parTransId="{4CC3ED87-65CE-42EF-9AE4-35518F25BF9C}" sibTransId="{A6521563-F20A-42AA-9975-D00FBAD81A42}"/>
    <dgm:cxn modelId="{E87BD5A9-198C-4171-BFBD-E4C0892BCD51}" type="presOf" srcId="{D8470E4B-4CD7-4818-B6C6-B3C7F2F4B064}" destId="{D1975158-410C-4E46-A7B8-50AEFE5509BC}" srcOrd="0" destOrd="0" presId="urn:microsoft.com/office/officeart/2005/8/layout/vProcess5"/>
    <dgm:cxn modelId="{CC7DC8B7-41CC-47B5-98D3-42DFBB2424E3}" type="presOf" srcId="{B784AE5E-C06A-432D-86D3-BA733C615312}" destId="{2A01E709-975F-453A-84AB-B5AEF972CD60}" srcOrd="0" destOrd="0" presId="urn:microsoft.com/office/officeart/2005/8/layout/vProcess5"/>
    <dgm:cxn modelId="{956396BB-6F7C-4618-AADD-3DCE00152C9E}" type="presOf" srcId="{D714E0AD-6819-4867-A7BD-4D309394FD31}" destId="{7B05A305-96D9-4DFD-8C98-E2652FE97828}" srcOrd="1" destOrd="0" presId="urn:microsoft.com/office/officeart/2005/8/layout/vProcess5"/>
    <dgm:cxn modelId="{A9DB4CC8-BA6D-4ED5-832D-78DCAD49937F}" type="presOf" srcId="{731ED73D-AE35-4354-8A27-E0DE115266AF}" destId="{F75D7BA9-AC52-4FCD-88B8-1621D88A62E7}" srcOrd="1" destOrd="0" presId="urn:microsoft.com/office/officeart/2005/8/layout/vProcess5"/>
    <dgm:cxn modelId="{BEC03CCD-177E-45EC-BB05-5757E1125D24}" type="presOf" srcId="{D714E0AD-6819-4867-A7BD-4D309394FD31}" destId="{C800E361-4C25-46A2-9D80-DAE55D708F79}" srcOrd="0" destOrd="0" presId="urn:microsoft.com/office/officeart/2005/8/layout/vProcess5"/>
    <dgm:cxn modelId="{A1110BD1-1CFC-4CEB-854F-06B72607FDC7}" type="presOf" srcId="{CE79770E-753A-4979-84AD-E4DDAECC5CBC}" destId="{BA89DDC3-267F-44B2-BD57-7994BDB7538D}" srcOrd="0" destOrd="0" presId="urn:microsoft.com/office/officeart/2005/8/layout/vProcess5"/>
    <dgm:cxn modelId="{91F924DA-6434-4B82-A696-D1E124D3B6D1}" srcId="{6FDEA4BC-DCBE-4820-8075-401C47ECAAD5}" destId="{731ED73D-AE35-4354-8A27-E0DE115266AF}" srcOrd="3" destOrd="0" parTransId="{7D5F2919-335D-4EBF-B1B5-668EB8C371AA}" sibTransId="{65BC49C8-778B-4FD5-9CAF-5F8EEA901382}"/>
    <dgm:cxn modelId="{A61081DB-19A7-4F6C-AF1D-F478FAD906B3}" type="presOf" srcId="{B784AE5E-C06A-432D-86D3-BA733C615312}" destId="{A5268910-B254-4828-A522-F8DDA73A77F9}" srcOrd="1" destOrd="0" presId="urn:microsoft.com/office/officeart/2005/8/layout/vProcess5"/>
    <dgm:cxn modelId="{165E47E4-DEF5-47B1-95F2-DD9E72F1F65C}" srcId="{6FDEA4BC-DCBE-4820-8075-401C47ECAAD5}" destId="{D714E0AD-6819-4867-A7BD-4D309394FD31}" srcOrd="1" destOrd="0" parTransId="{C99192FB-7F04-4588-B02F-AB6AB8F0A6AB}" sibTransId="{62C8DB21-4517-4BA8-8CCC-C4F29A2F17BA}"/>
    <dgm:cxn modelId="{6E810CE5-438C-48AD-91C1-BD9CB829F4BB}" type="presOf" srcId="{62C8DB21-4517-4BA8-8CCC-C4F29A2F17BA}" destId="{46976989-BD43-4EC7-BA81-268BD6DA4C82}" srcOrd="0" destOrd="0" presId="urn:microsoft.com/office/officeart/2005/8/layout/vProcess5"/>
    <dgm:cxn modelId="{262070E9-D30F-4AC4-A2A6-CEF7FA2F0E5D}" type="presOf" srcId="{65BC49C8-778B-4FD5-9CAF-5F8EEA901382}" destId="{BB0873DC-93FF-4925-89B4-61A6AE75A5C8}" srcOrd="0" destOrd="0" presId="urn:microsoft.com/office/officeart/2005/8/layout/vProcess5"/>
    <dgm:cxn modelId="{D77AD7B7-747D-4148-8868-B6B526976F62}" type="presParOf" srcId="{2E361B3C-89BF-42AB-89AF-4BB4A32717F9}" destId="{34C70304-2D39-48E2-A663-69B56F238D2E}" srcOrd="0" destOrd="0" presId="urn:microsoft.com/office/officeart/2005/8/layout/vProcess5"/>
    <dgm:cxn modelId="{989B7B6B-C77A-4177-BBBA-1AA26D11DAA6}" type="presParOf" srcId="{2E361B3C-89BF-42AB-89AF-4BB4A32717F9}" destId="{BA89DDC3-267F-44B2-BD57-7994BDB7538D}" srcOrd="1" destOrd="0" presId="urn:microsoft.com/office/officeart/2005/8/layout/vProcess5"/>
    <dgm:cxn modelId="{B8E73987-6C51-40E8-9E8E-CC360AF17FDF}" type="presParOf" srcId="{2E361B3C-89BF-42AB-89AF-4BB4A32717F9}" destId="{C800E361-4C25-46A2-9D80-DAE55D708F79}" srcOrd="2" destOrd="0" presId="urn:microsoft.com/office/officeart/2005/8/layout/vProcess5"/>
    <dgm:cxn modelId="{6191B03E-BEDB-4C79-BDEF-EC1CD0394917}" type="presParOf" srcId="{2E361B3C-89BF-42AB-89AF-4BB4A32717F9}" destId="{2A01E709-975F-453A-84AB-B5AEF972CD60}" srcOrd="3" destOrd="0" presId="urn:microsoft.com/office/officeart/2005/8/layout/vProcess5"/>
    <dgm:cxn modelId="{101E41AB-03C9-4397-A9F8-B3D9B80030EA}" type="presParOf" srcId="{2E361B3C-89BF-42AB-89AF-4BB4A32717F9}" destId="{7F18AF3A-CEF9-4F93-BF44-E65CF14143AC}" srcOrd="4" destOrd="0" presId="urn:microsoft.com/office/officeart/2005/8/layout/vProcess5"/>
    <dgm:cxn modelId="{E3CDBA15-5186-49AC-BAD1-A9D8489AF258}" type="presParOf" srcId="{2E361B3C-89BF-42AB-89AF-4BB4A32717F9}" destId="{D1975158-410C-4E46-A7B8-50AEFE5509BC}" srcOrd="5" destOrd="0" presId="urn:microsoft.com/office/officeart/2005/8/layout/vProcess5"/>
    <dgm:cxn modelId="{AD836393-C1B3-45E4-8DCF-0498483DF007}" type="presParOf" srcId="{2E361B3C-89BF-42AB-89AF-4BB4A32717F9}" destId="{346C6235-4F6E-45D5-98F5-2D5C3584881A}" srcOrd="6" destOrd="0" presId="urn:microsoft.com/office/officeart/2005/8/layout/vProcess5"/>
    <dgm:cxn modelId="{4AF01FC8-C681-4265-B8B1-3C17DB9F1B22}" type="presParOf" srcId="{2E361B3C-89BF-42AB-89AF-4BB4A32717F9}" destId="{46976989-BD43-4EC7-BA81-268BD6DA4C82}" srcOrd="7" destOrd="0" presId="urn:microsoft.com/office/officeart/2005/8/layout/vProcess5"/>
    <dgm:cxn modelId="{2D0462A0-54A6-445E-B790-5228623C03EA}" type="presParOf" srcId="{2E361B3C-89BF-42AB-89AF-4BB4A32717F9}" destId="{F38835EA-6CF6-402B-A469-CCBF3BFCF2B8}" srcOrd="8" destOrd="0" presId="urn:microsoft.com/office/officeart/2005/8/layout/vProcess5"/>
    <dgm:cxn modelId="{8C0FEA1C-3C45-4897-A775-AB69342CEE71}" type="presParOf" srcId="{2E361B3C-89BF-42AB-89AF-4BB4A32717F9}" destId="{BB0873DC-93FF-4925-89B4-61A6AE75A5C8}" srcOrd="9" destOrd="0" presId="urn:microsoft.com/office/officeart/2005/8/layout/vProcess5"/>
    <dgm:cxn modelId="{EE2C3F97-BEF1-4C5E-B8AE-B3A43DFEF213}" type="presParOf" srcId="{2E361B3C-89BF-42AB-89AF-4BB4A32717F9}" destId="{7F10669D-1F28-40D7-8B8B-71DD45FA6916}" srcOrd="10" destOrd="0" presId="urn:microsoft.com/office/officeart/2005/8/layout/vProcess5"/>
    <dgm:cxn modelId="{E93D07DA-6FFE-4116-9F89-9AA6C4C6BD69}" type="presParOf" srcId="{2E361B3C-89BF-42AB-89AF-4BB4A32717F9}" destId="{7B05A305-96D9-4DFD-8C98-E2652FE97828}" srcOrd="11" destOrd="0" presId="urn:microsoft.com/office/officeart/2005/8/layout/vProcess5"/>
    <dgm:cxn modelId="{FAD968BC-2D7C-4296-B20E-745245F34B1C}" type="presParOf" srcId="{2E361B3C-89BF-42AB-89AF-4BB4A32717F9}" destId="{A5268910-B254-4828-A522-F8DDA73A77F9}" srcOrd="12" destOrd="0" presId="urn:microsoft.com/office/officeart/2005/8/layout/vProcess5"/>
    <dgm:cxn modelId="{C236656D-9DA4-4243-A01F-506370A9D23F}" type="presParOf" srcId="{2E361B3C-89BF-42AB-89AF-4BB4A32717F9}" destId="{F75D7BA9-AC52-4FCD-88B8-1621D88A62E7}" srcOrd="13" destOrd="0" presId="urn:microsoft.com/office/officeart/2005/8/layout/vProcess5"/>
    <dgm:cxn modelId="{93FD893F-F864-4A27-B8DE-C7D484F58B1D}" type="presParOf" srcId="{2E361B3C-89BF-42AB-89AF-4BB4A32717F9}" destId="{1C2CB5B3-1980-415B-ABE3-0C14870374B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8565CF-E2B6-47FD-A8D0-CF3B61BF324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F9EAE2B-82F0-4EB9-8A22-DA94D5AB72AE}">
      <dgm:prSet/>
      <dgm:spPr/>
      <dgm:t>
        <a:bodyPr/>
        <a:lstStyle/>
        <a:p>
          <a:r>
            <a:rPr lang="en-US"/>
            <a:t>1. </a:t>
          </a:r>
          <a:r>
            <a:rPr lang="en-US" b="1"/>
            <a:t>Build an image</a:t>
          </a:r>
          <a:r>
            <a:rPr lang="en-US"/>
            <a:t>: Developers define the application's environment and dependencies by writing a Dockerfile, then build the image using the `docker build` command.</a:t>
          </a:r>
        </a:p>
      </dgm:t>
    </dgm:pt>
    <dgm:pt modelId="{06E666DE-CC10-4B82-99F6-2A4645283377}" type="parTrans" cxnId="{2AB9F796-82D7-4F64-B4DC-48F2910F0212}">
      <dgm:prSet/>
      <dgm:spPr/>
      <dgm:t>
        <a:bodyPr/>
        <a:lstStyle/>
        <a:p>
          <a:endParaRPr lang="en-US"/>
        </a:p>
      </dgm:t>
    </dgm:pt>
    <dgm:pt modelId="{18E44D54-BD15-4291-A554-2C580564EDAA}" type="sibTrans" cxnId="{2AB9F796-82D7-4F64-B4DC-48F2910F0212}">
      <dgm:prSet/>
      <dgm:spPr/>
      <dgm:t>
        <a:bodyPr/>
        <a:lstStyle/>
        <a:p>
          <a:endParaRPr lang="en-US"/>
        </a:p>
      </dgm:t>
    </dgm:pt>
    <dgm:pt modelId="{5E95DECB-3BA4-4BA0-B459-65627A92A143}">
      <dgm:prSet/>
      <dgm:spPr/>
      <dgm:t>
        <a:bodyPr/>
        <a:lstStyle/>
        <a:p>
          <a:r>
            <a:rPr lang="en-US"/>
            <a:t>2. </a:t>
          </a:r>
          <a:r>
            <a:rPr lang="en-US" b="1"/>
            <a:t>Distribute the image</a:t>
          </a:r>
          <a:r>
            <a:rPr lang="en-US"/>
            <a:t>: The built image can be uploaded to a Docker Registry for other users to use.</a:t>
          </a:r>
        </a:p>
      </dgm:t>
    </dgm:pt>
    <dgm:pt modelId="{AFB4440A-1B85-48F2-8059-D5E9D038D5B3}" type="parTrans" cxnId="{5EA22C9C-1FFC-4AE7-B173-43FE617378FB}">
      <dgm:prSet/>
      <dgm:spPr/>
      <dgm:t>
        <a:bodyPr/>
        <a:lstStyle/>
        <a:p>
          <a:endParaRPr lang="en-US"/>
        </a:p>
      </dgm:t>
    </dgm:pt>
    <dgm:pt modelId="{B2E22E20-0801-44A5-B028-95E187DEBCF8}" type="sibTrans" cxnId="{5EA22C9C-1FFC-4AE7-B173-43FE617378FB}">
      <dgm:prSet/>
      <dgm:spPr/>
      <dgm:t>
        <a:bodyPr/>
        <a:lstStyle/>
        <a:p>
          <a:endParaRPr lang="en-US"/>
        </a:p>
      </dgm:t>
    </dgm:pt>
    <dgm:pt modelId="{759CB0C8-9765-4AB1-8111-0C5C35BC5D28}">
      <dgm:prSet/>
      <dgm:spPr/>
      <dgm:t>
        <a:bodyPr/>
        <a:lstStyle/>
        <a:p>
          <a:r>
            <a:rPr lang="en-US"/>
            <a:t>3. </a:t>
          </a:r>
          <a:r>
            <a:rPr lang="en-US" b="1"/>
            <a:t>Run a container</a:t>
          </a:r>
          <a:r>
            <a:rPr lang="en-US"/>
            <a:t>: Users can pull images from the Registry and run containers using the `docker run` command.</a:t>
          </a:r>
        </a:p>
      </dgm:t>
    </dgm:pt>
    <dgm:pt modelId="{EC667FD2-E4B5-4CD9-9307-10CF55814AFF}" type="parTrans" cxnId="{D20F4139-D5D6-47A6-BF04-8899DBB019B0}">
      <dgm:prSet/>
      <dgm:spPr/>
      <dgm:t>
        <a:bodyPr/>
        <a:lstStyle/>
        <a:p>
          <a:endParaRPr lang="en-US"/>
        </a:p>
      </dgm:t>
    </dgm:pt>
    <dgm:pt modelId="{8F726AC8-941F-48B8-A66C-FC2B2143FB0B}" type="sibTrans" cxnId="{D20F4139-D5D6-47A6-BF04-8899DBB019B0}">
      <dgm:prSet/>
      <dgm:spPr/>
      <dgm:t>
        <a:bodyPr/>
        <a:lstStyle/>
        <a:p>
          <a:endParaRPr lang="en-US"/>
        </a:p>
      </dgm:t>
    </dgm:pt>
    <dgm:pt modelId="{F64FFE80-8C68-4F46-B1AD-B9F28C62B236}">
      <dgm:prSet/>
      <dgm:spPr/>
      <dgm:t>
        <a:bodyPr/>
        <a:lstStyle/>
        <a:p>
          <a:r>
            <a:rPr lang="en-US"/>
            <a:t>4. </a:t>
          </a:r>
          <a:r>
            <a:rPr lang="en-US" b="1"/>
            <a:t>Manage containers</a:t>
          </a:r>
          <a:r>
            <a:rPr lang="en-US"/>
            <a:t>: Users can manage running containers using commands like `docker ps`, `docker stop`, `docker restart`, etc.</a:t>
          </a:r>
        </a:p>
      </dgm:t>
    </dgm:pt>
    <dgm:pt modelId="{8B8C149A-5F7E-4D36-90AB-F26EE3C1D115}" type="parTrans" cxnId="{C7E8D66B-8043-4B26-BD26-9B64F7BA20E5}">
      <dgm:prSet/>
      <dgm:spPr/>
      <dgm:t>
        <a:bodyPr/>
        <a:lstStyle/>
        <a:p>
          <a:endParaRPr lang="en-US"/>
        </a:p>
      </dgm:t>
    </dgm:pt>
    <dgm:pt modelId="{07BEF38D-D1F8-4FCE-98D6-74C81496B020}" type="sibTrans" cxnId="{C7E8D66B-8043-4B26-BD26-9B64F7BA20E5}">
      <dgm:prSet/>
      <dgm:spPr/>
      <dgm:t>
        <a:bodyPr/>
        <a:lstStyle/>
        <a:p>
          <a:endParaRPr lang="en-US"/>
        </a:p>
      </dgm:t>
    </dgm:pt>
    <dgm:pt modelId="{AE1EC1FC-922D-4D5A-8E43-F4DC90840DC3}" type="pres">
      <dgm:prSet presAssocID="{4C8565CF-E2B6-47FD-A8D0-CF3B61BF3245}" presName="root" presStyleCnt="0">
        <dgm:presLayoutVars>
          <dgm:dir/>
          <dgm:resizeHandles val="exact"/>
        </dgm:presLayoutVars>
      </dgm:prSet>
      <dgm:spPr/>
    </dgm:pt>
    <dgm:pt modelId="{BC5F99F3-5A89-440D-AB06-7ECB07370B06}" type="pres">
      <dgm:prSet presAssocID="{CF9EAE2B-82F0-4EB9-8A22-DA94D5AB72AE}" presName="compNode" presStyleCnt="0"/>
      <dgm:spPr/>
    </dgm:pt>
    <dgm:pt modelId="{66309D32-609D-40C6-A4AD-21FD00804342}" type="pres">
      <dgm:prSet presAssocID="{CF9EAE2B-82F0-4EB9-8A22-DA94D5AB72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挖掘机"/>
        </a:ext>
      </dgm:extLst>
    </dgm:pt>
    <dgm:pt modelId="{56CCF85F-A7BC-4E4E-BAC5-63D622CEB936}" type="pres">
      <dgm:prSet presAssocID="{CF9EAE2B-82F0-4EB9-8A22-DA94D5AB72AE}" presName="spaceRect" presStyleCnt="0"/>
      <dgm:spPr/>
    </dgm:pt>
    <dgm:pt modelId="{245C0006-6FFA-4D84-AF63-D4793F65BB15}" type="pres">
      <dgm:prSet presAssocID="{CF9EAE2B-82F0-4EB9-8A22-DA94D5AB72AE}" presName="textRect" presStyleLbl="revTx" presStyleIdx="0" presStyleCnt="4">
        <dgm:presLayoutVars>
          <dgm:chMax val="1"/>
          <dgm:chPref val="1"/>
        </dgm:presLayoutVars>
      </dgm:prSet>
      <dgm:spPr/>
    </dgm:pt>
    <dgm:pt modelId="{332716EB-B28D-4AA4-AFD0-C6D8730A9204}" type="pres">
      <dgm:prSet presAssocID="{18E44D54-BD15-4291-A554-2C580564EDAA}" presName="sibTrans" presStyleCnt="0"/>
      <dgm:spPr/>
    </dgm:pt>
    <dgm:pt modelId="{EC1627C5-A8C9-496F-8BB3-C3F8C95EB71C}" type="pres">
      <dgm:prSet presAssocID="{5E95DECB-3BA4-4BA0-B459-65627A92A143}" presName="compNode" presStyleCnt="0"/>
      <dgm:spPr/>
    </dgm:pt>
    <dgm:pt modelId="{32B64A6C-B51B-4384-B029-15B5A807F299}" type="pres">
      <dgm:prSet presAssocID="{5E95DECB-3BA4-4BA0-B459-65627A92A1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垃圾"/>
        </a:ext>
      </dgm:extLst>
    </dgm:pt>
    <dgm:pt modelId="{B5DEA512-9642-4740-A7C2-28F80B4BF4E0}" type="pres">
      <dgm:prSet presAssocID="{5E95DECB-3BA4-4BA0-B459-65627A92A143}" presName="spaceRect" presStyleCnt="0"/>
      <dgm:spPr/>
    </dgm:pt>
    <dgm:pt modelId="{42620BF5-5D22-4D56-8B33-7E578A8D79CB}" type="pres">
      <dgm:prSet presAssocID="{5E95DECB-3BA4-4BA0-B459-65627A92A143}" presName="textRect" presStyleLbl="revTx" presStyleIdx="1" presStyleCnt="4">
        <dgm:presLayoutVars>
          <dgm:chMax val="1"/>
          <dgm:chPref val="1"/>
        </dgm:presLayoutVars>
      </dgm:prSet>
      <dgm:spPr/>
    </dgm:pt>
    <dgm:pt modelId="{51330E8C-4E12-4993-BB76-13D6230992B9}" type="pres">
      <dgm:prSet presAssocID="{B2E22E20-0801-44A5-B028-95E187DEBCF8}" presName="sibTrans" presStyleCnt="0"/>
      <dgm:spPr/>
    </dgm:pt>
    <dgm:pt modelId="{1F714734-A3DC-44F3-A107-350ED022220F}" type="pres">
      <dgm:prSet presAssocID="{759CB0C8-9765-4AB1-8111-0C5C35BC5D28}" presName="compNode" presStyleCnt="0"/>
      <dgm:spPr/>
    </dgm:pt>
    <dgm:pt modelId="{7C22AE03-D053-4BA6-9526-F0B45B947F09}" type="pres">
      <dgm:prSet presAssocID="{759CB0C8-9765-4AB1-8111-0C5C35BC5D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数据库"/>
        </a:ext>
      </dgm:extLst>
    </dgm:pt>
    <dgm:pt modelId="{ADD8248D-E6EF-4126-B7E8-FEF6C21673AB}" type="pres">
      <dgm:prSet presAssocID="{759CB0C8-9765-4AB1-8111-0C5C35BC5D28}" presName="spaceRect" presStyleCnt="0"/>
      <dgm:spPr/>
    </dgm:pt>
    <dgm:pt modelId="{7DFA52A9-ECD3-4877-9089-9B1B6E399EA3}" type="pres">
      <dgm:prSet presAssocID="{759CB0C8-9765-4AB1-8111-0C5C35BC5D28}" presName="textRect" presStyleLbl="revTx" presStyleIdx="2" presStyleCnt="4">
        <dgm:presLayoutVars>
          <dgm:chMax val="1"/>
          <dgm:chPref val="1"/>
        </dgm:presLayoutVars>
      </dgm:prSet>
      <dgm:spPr/>
    </dgm:pt>
    <dgm:pt modelId="{E2F38A19-DE0B-46CD-80DA-A3D0CCBE37F9}" type="pres">
      <dgm:prSet presAssocID="{8F726AC8-941F-48B8-A66C-FC2B2143FB0B}" presName="sibTrans" presStyleCnt="0"/>
      <dgm:spPr/>
    </dgm:pt>
    <dgm:pt modelId="{322BA708-3375-4ED6-A6A5-6D1AA7E4FE85}" type="pres">
      <dgm:prSet presAssocID="{F64FFE80-8C68-4F46-B1AD-B9F28C62B236}" presName="compNode" presStyleCnt="0"/>
      <dgm:spPr/>
    </dgm:pt>
    <dgm:pt modelId="{AF868EC2-003C-40DF-9246-B7DA37903B19}" type="pres">
      <dgm:prSet presAssocID="{F64FFE80-8C68-4F46-B1AD-B9F28C62B2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秒表"/>
        </a:ext>
      </dgm:extLst>
    </dgm:pt>
    <dgm:pt modelId="{B4D1D9B7-6EB6-48E2-AF49-F7C76034DCCB}" type="pres">
      <dgm:prSet presAssocID="{F64FFE80-8C68-4F46-B1AD-B9F28C62B236}" presName="spaceRect" presStyleCnt="0"/>
      <dgm:spPr/>
    </dgm:pt>
    <dgm:pt modelId="{676306A9-24DF-4863-A257-2159C4236569}" type="pres">
      <dgm:prSet presAssocID="{F64FFE80-8C68-4F46-B1AD-B9F28C62B2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D7F4F2B-6398-4266-BF95-05EC55615E6F}" type="presOf" srcId="{5E95DECB-3BA4-4BA0-B459-65627A92A143}" destId="{42620BF5-5D22-4D56-8B33-7E578A8D79CB}" srcOrd="0" destOrd="0" presId="urn:microsoft.com/office/officeart/2018/2/layout/IconLabelList"/>
    <dgm:cxn modelId="{D20F4139-D5D6-47A6-BF04-8899DBB019B0}" srcId="{4C8565CF-E2B6-47FD-A8D0-CF3B61BF3245}" destId="{759CB0C8-9765-4AB1-8111-0C5C35BC5D28}" srcOrd="2" destOrd="0" parTransId="{EC667FD2-E4B5-4CD9-9307-10CF55814AFF}" sibTransId="{8F726AC8-941F-48B8-A66C-FC2B2143FB0B}"/>
    <dgm:cxn modelId="{C7E8D66B-8043-4B26-BD26-9B64F7BA20E5}" srcId="{4C8565CF-E2B6-47FD-A8D0-CF3B61BF3245}" destId="{F64FFE80-8C68-4F46-B1AD-B9F28C62B236}" srcOrd="3" destOrd="0" parTransId="{8B8C149A-5F7E-4D36-90AB-F26EE3C1D115}" sibTransId="{07BEF38D-D1F8-4FCE-98D6-74C81496B020}"/>
    <dgm:cxn modelId="{F9A8B593-BC34-45FE-8B7D-6FC2F5836EED}" type="presOf" srcId="{4C8565CF-E2B6-47FD-A8D0-CF3B61BF3245}" destId="{AE1EC1FC-922D-4D5A-8E43-F4DC90840DC3}" srcOrd="0" destOrd="0" presId="urn:microsoft.com/office/officeart/2018/2/layout/IconLabelList"/>
    <dgm:cxn modelId="{2AB9F796-82D7-4F64-B4DC-48F2910F0212}" srcId="{4C8565CF-E2B6-47FD-A8D0-CF3B61BF3245}" destId="{CF9EAE2B-82F0-4EB9-8A22-DA94D5AB72AE}" srcOrd="0" destOrd="0" parTransId="{06E666DE-CC10-4B82-99F6-2A4645283377}" sibTransId="{18E44D54-BD15-4291-A554-2C580564EDAA}"/>
    <dgm:cxn modelId="{5EA22C9C-1FFC-4AE7-B173-43FE617378FB}" srcId="{4C8565CF-E2B6-47FD-A8D0-CF3B61BF3245}" destId="{5E95DECB-3BA4-4BA0-B459-65627A92A143}" srcOrd="1" destOrd="0" parTransId="{AFB4440A-1B85-48F2-8059-D5E9D038D5B3}" sibTransId="{B2E22E20-0801-44A5-B028-95E187DEBCF8}"/>
    <dgm:cxn modelId="{658B70CE-07F7-4511-BA3A-FFFA0C203551}" type="presOf" srcId="{F64FFE80-8C68-4F46-B1AD-B9F28C62B236}" destId="{676306A9-24DF-4863-A257-2159C4236569}" srcOrd="0" destOrd="0" presId="urn:microsoft.com/office/officeart/2018/2/layout/IconLabelList"/>
    <dgm:cxn modelId="{7F8B27F0-1306-49B2-B189-B5DA54250C01}" type="presOf" srcId="{CF9EAE2B-82F0-4EB9-8A22-DA94D5AB72AE}" destId="{245C0006-6FFA-4D84-AF63-D4793F65BB15}" srcOrd="0" destOrd="0" presId="urn:microsoft.com/office/officeart/2018/2/layout/IconLabelList"/>
    <dgm:cxn modelId="{B32948F6-1EA4-4238-B868-78D9F52056FB}" type="presOf" srcId="{759CB0C8-9765-4AB1-8111-0C5C35BC5D28}" destId="{7DFA52A9-ECD3-4877-9089-9B1B6E399EA3}" srcOrd="0" destOrd="0" presId="urn:microsoft.com/office/officeart/2018/2/layout/IconLabelList"/>
    <dgm:cxn modelId="{8BEA8A9A-CC11-42D5-8B00-8A7CD762D336}" type="presParOf" srcId="{AE1EC1FC-922D-4D5A-8E43-F4DC90840DC3}" destId="{BC5F99F3-5A89-440D-AB06-7ECB07370B06}" srcOrd="0" destOrd="0" presId="urn:microsoft.com/office/officeart/2018/2/layout/IconLabelList"/>
    <dgm:cxn modelId="{B3675660-52E2-465F-972E-DA4DB4581C22}" type="presParOf" srcId="{BC5F99F3-5A89-440D-AB06-7ECB07370B06}" destId="{66309D32-609D-40C6-A4AD-21FD00804342}" srcOrd="0" destOrd="0" presId="urn:microsoft.com/office/officeart/2018/2/layout/IconLabelList"/>
    <dgm:cxn modelId="{90385F37-E788-40E7-BF56-A103663CEDE6}" type="presParOf" srcId="{BC5F99F3-5A89-440D-AB06-7ECB07370B06}" destId="{56CCF85F-A7BC-4E4E-BAC5-63D622CEB936}" srcOrd="1" destOrd="0" presId="urn:microsoft.com/office/officeart/2018/2/layout/IconLabelList"/>
    <dgm:cxn modelId="{DB52A577-EA9B-4AD0-8A1B-092DB1E7236F}" type="presParOf" srcId="{BC5F99F3-5A89-440D-AB06-7ECB07370B06}" destId="{245C0006-6FFA-4D84-AF63-D4793F65BB15}" srcOrd="2" destOrd="0" presId="urn:microsoft.com/office/officeart/2018/2/layout/IconLabelList"/>
    <dgm:cxn modelId="{5FBA689E-1363-42A5-BD0F-AAC9742BF481}" type="presParOf" srcId="{AE1EC1FC-922D-4D5A-8E43-F4DC90840DC3}" destId="{332716EB-B28D-4AA4-AFD0-C6D8730A9204}" srcOrd="1" destOrd="0" presId="urn:microsoft.com/office/officeart/2018/2/layout/IconLabelList"/>
    <dgm:cxn modelId="{5D91BD2C-05E8-4480-93BF-CADCDF5B2436}" type="presParOf" srcId="{AE1EC1FC-922D-4D5A-8E43-F4DC90840DC3}" destId="{EC1627C5-A8C9-496F-8BB3-C3F8C95EB71C}" srcOrd="2" destOrd="0" presId="urn:microsoft.com/office/officeart/2018/2/layout/IconLabelList"/>
    <dgm:cxn modelId="{B96F6F23-14AB-4A0D-82FA-6797E305A31B}" type="presParOf" srcId="{EC1627C5-A8C9-496F-8BB3-C3F8C95EB71C}" destId="{32B64A6C-B51B-4384-B029-15B5A807F299}" srcOrd="0" destOrd="0" presId="urn:microsoft.com/office/officeart/2018/2/layout/IconLabelList"/>
    <dgm:cxn modelId="{AF9CF0E3-3755-4761-B4D0-FAD7E5ACAB73}" type="presParOf" srcId="{EC1627C5-A8C9-496F-8BB3-C3F8C95EB71C}" destId="{B5DEA512-9642-4740-A7C2-28F80B4BF4E0}" srcOrd="1" destOrd="0" presId="urn:microsoft.com/office/officeart/2018/2/layout/IconLabelList"/>
    <dgm:cxn modelId="{9CC11CBE-810B-424D-8378-7671F6EC25FE}" type="presParOf" srcId="{EC1627C5-A8C9-496F-8BB3-C3F8C95EB71C}" destId="{42620BF5-5D22-4D56-8B33-7E578A8D79CB}" srcOrd="2" destOrd="0" presId="urn:microsoft.com/office/officeart/2018/2/layout/IconLabelList"/>
    <dgm:cxn modelId="{732A4760-8D1C-4530-8CFB-B52317E9C3CF}" type="presParOf" srcId="{AE1EC1FC-922D-4D5A-8E43-F4DC90840DC3}" destId="{51330E8C-4E12-4993-BB76-13D6230992B9}" srcOrd="3" destOrd="0" presId="urn:microsoft.com/office/officeart/2018/2/layout/IconLabelList"/>
    <dgm:cxn modelId="{7679DDF1-8496-4752-8E24-0999268FC061}" type="presParOf" srcId="{AE1EC1FC-922D-4D5A-8E43-F4DC90840DC3}" destId="{1F714734-A3DC-44F3-A107-350ED022220F}" srcOrd="4" destOrd="0" presId="urn:microsoft.com/office/officeart/2018/2/layout/IconLabelList"/>
    <dgm:cxn modelId="{BBA73224-DC14-4ED7-9091-2B7D189019B0}" type="presParOf" srcId="{1F714734-A3DC-44F3-A107-350ED022220F}" destId="{7C22AE03-D053-4BA6-9526-F0B45B947F09}" srcOrd="0" destOrd="0" presId="urn:microsoft.com/office/officeart/2018/2/layout/IconLabelList"/>
    <dgm:cxn modelId="{E4072B8F-3294-4C8F-91E7-3C76550F1756}" type="presParOf" srcId="{1F714734-A3DC-44F3-A107-350ED022220F}" destId="{ADD8248D-E6EF-4126-B7E8-FEF6C21673AB}" srcOrd="1" destOrd="0" presId="urn:microsoft.com/office/officeart/2018/2/layout/IconLabelList"/>
    <dgm:cxn modelId="{BF75C117-EF32-4CCA-91BD-0A4FC6A1A328}" type="presParOf" srcId="{1F714734-A3DC-44F3-A107-350ED022220F}" destId="{7DFA52A9-ECD3-4877-9089-9B1B6E399EA3}" srcOrd="2" destOrd="0" presId="urn:microsoft.com/office/officeart/2018/2/layout/IconLabelList"/>
    <dgm:cxn modelId="{7DC8C75F-4EAF-4521-9179-95520ACD82B4}" type="presParOf" srcId="{AE1EC1FC-922D-4D5A-8E43-F4DC90840DC3}" destId="{E2F38A19-DE0B-46CD-80DA-A3D0CCBE37F9}" srcOrd="5" destOrd="0" presId="urn:microsoft.com/office/officeart/2018/2/layout/IconLabelList"/>
    <dgm:cxn modelId="{64E1569F-4A8C-4A9F-91B8-84BDF8F465F2}" type="presParOf" srcId="{AE1EC1FC-922D-4D5A-8E43-F4DC90840DC3}" destId="{322BA708-3375-4ED6-A6A5-6D1AA7E4FE85}" srcOrd="6" destOrd="0" presId="urn:microsoft.com/office/officeart/2018/2/layout/IconLabelList"/>
    <dgm:cxn modelId="{D5D8C0D2-9505-420B-8913-026FD0AEB38E}" type="presParOf" srcId="{322BA708-3375-4ED6-A6A5-6D1AA7E4FE85}" destId="{AF868EC2-003C-40DF-9246-B7DA37903B19}" srcOrd="0" destOrd="0" presId="urn:microsoft.com/office/officeart/2018/2/layout/IconLabelList"/>
    <dgm:cxn modelId="{CAAEACDF-0E2F-4CAD-8F76-EED3B9202476}" type="presParOf" srcId="{322BA708-3375-4ED6-A6A5-6D1AA7E4FE85}" destId="{B4D1D9B7-6EB6-48E2-AF49-F7C76034DCCB}" srcOrd="1" destOrd="0" presId="urn:microsoft.com/office/officeart/2018/2/layout/IconLabelList"/>
    <dgm:cxn modelId="{A36F6770-A983-41FB-B0B8-1488F4C4B778}" type="presParOf" srcId="{322BA708-3375-4ED6-A6A5-6D1AA7E4FE85}" destId="{676306A9-24DF-4863-A257-2159C423656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1C2E6F-7B73-4C8A-82E6-D67A21A10135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9C066D22-A144-4927-BDA3-7AC11A6FD682}">
      <dgm:prSet/>
      <dgm:spPr/>
      <dgm:t>
        <a:bodyPr/>
        <a:lstStyle/>
        <a:p>
          <a:r>
            <a:rPr lang="en-US" dirty="0"/>
            <a:t>A container is simply a set of processes, but unlike regular processes, these processes have some restrictions:</a:t>
          </a:r>
        </a:p>
      </dgm:t>
    </dgm:pt>
    <dgm:pt modelId="{2F0BB8FB-731D-4F68-881A-1EF8C7C58D98}" type="parTrans" cxnId="{61251B04-4879-496B-8305-1C1FFDB48919}">
      <dgm:prSet/>
      <dgm:spPr/>
      <dgm:t>
        <a:bodyPr/>
        <a:lstStyle/>
        <a:p>
          <a:endParaRPr lang="en-US"/>
        </a:p>
      </dgm:t>
    </dgm:pt>
    <dgm:pt modelId="{436732B0-862F-44FF-B626-5D26736980CE}" type="sibTrans" cxnId="{61251B04-4879-496B-8305-1C1FFDB48919}">
      <dgm:prSet/>
      <dgm:spPr/>
      <dgm:t>
        <a:bodyPr/>
        <a:lstStyle/>
        <a:p>
          <a:endParaRPr lang="en-US"/>
        </a:p>
      </dgm:t>
    </dgm:pt>
    <dgm:pt modelId="{E32FC93B-6AD5-4545-84A8-51422B3973E4}">
      <dgm:prSet/>
      <dgm:spPr/>
      <dgm:t>
        <a:bodyPr/>
        <a:lstStyle/>
        <a:p>
          <a:r>
            <a:rPr lang="en-US" dirty="0"/>
            <a:t>- 1. Cannot see files outside the image</a:t>
          </a:r>
        </a:p>
      </dgm:t>
    </dgm:pt>
    <dgm:pt modelId="{DD091010-56F5-4878-B0E0-712ABF615A6A}" type="parTrans" cxnId="{E59ADF07-9B13-4B94-8ACE-4E43882527A2}">
      <dgm:prSet/>
      <dgm:spPr/>
      <dgm:t>
        <a:bodyPr/>
        <a:lstStyle/>
        <a:p>
          <a:endParaRPr lang="en-US"/>
        </a:p>
      </dgm:t>
    </dgm:pt>
    <dgm:pt modelId="{833453BA-8D3C-4FE9-A179-069C6BC9D268}" type="sibTrans" cxnId="{E59ADF07-9B13-4B94-8ACE-4E43882527A2}">
      <dgm:prSet/>
      <dgm:spPr/>
      <dgm:t>
        <a:bodyPr/>
        <a:lstStyle/>
        <a:p>
          <a:endParaRPr lang="en-US"/>
        </a:p>
      </dgm:t>
    </dgm:pt>
    <dgm:pt modelId="{9F7AD8EC-5060-4880-B001-F97F2547226B}">
      <dgm:prSet/>
      <dgm:spPr/>
      <dgm:t>
        <a:bodyPr/>
        <a:lstStyle/>
        <a:p>
          <a:r>
            <a:rPr lang="en-US" dirty="0"/>
            <a:t>- 2. Relies on the image's system files to run, using the Linux kernel to execute processes</a:t>
          </a:r>
        </a:p>
      </dgm:t>
    </dgm:pt>
    <dgm:pt modelId="{DF294D40-1407-447F-81D0-0417F54A4F91}" type="parTrans" cxnId="{0FE2AAC1-B27B-4445-A023-4DCE747B004F}">
      <dgm:prSet/>
      <dgm:spPr/>
      <dgm:t>
        <a:bodyPr/>
        <a:lstStyle/>
        <a:p>
          <a:endParaRPr lang="en-US"/>
        </a:p>
      </dgm:t>
    </dgm:pt>
    <dgm:pt modelId="{07A597F3-F972-4F1E-B4D5-7CC772258821}" type="sibTrans" cxnId="{0FE2AAC1-B27B-4445-A023-4DCE747B004F}">
      <dgm:prSet/>
      <dgm:spPr/>
      <dgm:t>
        <a:bodyPr/>
        <a:lstStyle/>
        <a:p>
          <a:endParaRPr lang="en-US"/>
        </a:p>
      </dgm:t>
    </dgm:pt>
    <dgm:pt modelId="{A8E00572-36CA-4525-BED4-F1CE947FE215}" type="pres">
      <dgm:prSet presAssocID="{621C2E6F-7B73-4C8A-82E6-D67A21A1013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887F9A-2EB2-41EE-A48B-89CD8352B1DC}" type="pres">
      <dgm:prSet presAssocID="{9C066D22-A144-4927-BDA3-7AC11A6FD682}" presName="hierRoot1" presStyleCnt="0"/>
      <dgm:spPr/>
    </dgm:pt>
    <dgm:pt modelId="{AEF57FFE-9294-4902-A6D2-1FC24F57749C}" type="pres">
      <dgm:prSet presAssocID="{9C066D22-A144-4927-BDA3-7AC11A6FD682}" presName="composite" presStyleCnt="0"/>
      <dgm:spPr/>
    </dgm:pt>
    <dgm:pt modelId="{597A0BAA-5558-47C2-8334-1EF52C72A64E}" type="pres">
      <dgm:prSet presAssocID="{9C066D22-A144-4927-BDA3-7AC11A6FD682}" presName="background" presStyleLbl="node0" presStyleIdx="0" presStyleCnt="3"/>
      <dgm:spPr/>
    </dgm:pt>
    <dgm:pt modelId="{57289D69-FA49-4B7B-B7FC-78287EF1A2D2}" type="pres">
      <dgm:prSet presAssocID="{9C066D22-A144-4927-BDA3-7AC11A6FD682}" presName="text" presStyleLbl="fgAcc0" presStyleIdx="0" presStyleCnt="3" custLinFactNeighborX="44794" custLinFactNeighborY="16178">
        <dgm:presLayoutVars>
          <dgm:chPref val="3"/>
        </dgm:presLayoutVars>
      </dgm:prSet>
      <dgm:spPr/>
    </dgm:pt>
    <dgm:pt modelId="{6DE06290-F1DF-49C8-8B97-9846C2501EE8}" type="pres">
      <dgm:prSet presAssocID="{9C066D22-A144-4927-BDA3-7AC11A6FD682}" presName="hierChild2" presStyleCnt="0"/>
      <dgm:spPr/>
    </dgm:pt>
    <dgm:pt modelId="{ECDC65CF-8953-401B-AA9A-6E35CEB86085}" type="pres">
      <dgm:prSet presAssocID="{E32FC93B-6AD5-4545-84A8-51422B3973E4}" presName="hierRoot1" presStyleCnt="0"/>
      <dgm:spPr/>
    </dgm:pt>
    <dgm:pt modelId="{3C911021-C05A-4BC6-9A94-C52E639BF383}" type="pres">
      <dgm:prSet presAssocID="{E32FC93B-6AD5-4545-84A8-51422B3973E4}" presName="composite" presStyleCnt="0"/>
      <dgm:spPr/>
    </dgm:pt>
    <dgm:pt modelId="{3A4872B5-8FD2-4C80-82FE-FB76749A05D7}" type="pres">
      <dgm:prSet presAssocID="{E32FC93B-6AD5-4545-84A8-51422B3973E4}" presName="background" presStyleLbl="node0" presStyleIdx="1" presStyleCnt="3"/>
      <dgm:spPr/>
    </dgm:pt>
    <dgm:pt modelId="{D13D8915-E7A2-4FF0-904B-6BD2127C4B29}" type="pres">
      <dgm:prSet presAssocID="{E32FC93B-6AD5-4545-84A8-51422B3973E4}" presName="text" presStyleLbl="fgAcc0" presStyleIdx="1" presStyleCnt="3" custLinFactNeighborX="80000" custLinFactNeighborY="-57863">
        <dgm:presLayoutVars>
          <dgm:chPref val="3"/>
        </dgm:presLayoutVars>
      </dgm:prSet>
      <dgm:spPr/>
    </dgm:pt>
    <dgm:pt modelId="{88B3B4E7-6749-42FF-9BAF-ECA6EF73DA6B}" type="pres">
      <dgm:prSet presAssocID="{E32FC93B-6AD5-4545-84A8-51422B3973E4}" presName="hierChild2" presStyleCnt="0"/>
      <dgm:spPr/>
    </dgm:pt>
    <dgm:pt modelId="{A6714BD2-4542-49D2-8FED-6A9DC94D2D0C}" type="pres">
      <dgm:prSet presAssocID="{9F7AD8EC-5060-4880-B001-F97F2547226B}" presName="hierRoot1" presStyleCnt="0"/>
      <dgm:spPr/>
    </dgm:pt>
    <dgm:pt modelId="{97A886BA-C730-41DE-9749-A008ED31B12E}" type="pres">
      <dgm:prSet presAssocID="{9F7AD8EC-5060-4880-B001-F97F2547226B}" presName="composite" presStyleCnt="0"/>
      <dgm:spPr/>
    </dgm:pt>
    <dgm:pt modelId="{AB6DDD57-6C8A-4022-818C-E84C59BB6ED0}" type="pres">
      <dgm:prSet presAssocID="{9F7AD8EC-5060-4880-B001-F97F2547226B}" presName="background" presStyleLbl="node0" presStyleIdx="2" presStyleCnt="3"/>
      <dgm:spPr/>
    </dgm:pt>
    <dgm:pt modelId="{E44BD076-C87F-48CA-8525-9C9C9DEA0AF7}" type="pres">
      <dgm:prSet presAssocID="{9F7AD8EC-5060-4880-B001-F97F2547226B}" presName="text" presStyleLbl="fgAcc0" presStyleIdx="2" presStyleCnt="3" custLinFactY="2293" custLinFactNeighborX="-41824" custLinFactNeighborY="100000">
        <dgm:presLayoutVars>
          <dgm:chPref val="3"/>
        </dgm:presLayoutVars>
      </dgm:prSet>
      <dgm:spPr/>
    </dgm:pt>
    <dgm:pt modelId="{C4BC8DF7-508B-440B-9F59-DABBC43FC0BF}" type="pres">
      <dgm:prSet presAssocID="{9F7AD8EC-5060-4880-B001-F97F2547226B}" presName="hierChild2" presStyleCnt="0"/>
      <dgm:spPr/>
    </dgm:pt>
  </dgm:ptLst>
  <dgm:cxnLst>
    <dgm:cxn modelId="{B242FF02-2A11-4CB6-8B2F-362D2DB0F083}" type="presOf" srcId="{9C066D22-A144-4927-BDA3-7AC11A6FD682}" destId="{57289D69-FA49-4B7B-B7FC-78287EF1A2D2}" srcOrd="0" destOrd="0" presId="urn:microsoft.com/office/officeart/2005/8/layout/hierarchy1"/>
    <dgm:cxn modelId="{61251B04-4879-496B-8305-1C1FFDB48919}" srcId="{621C2E6F-7B73-4C8A-82E6-D67A21A10135}" destId="{9C066D22-A144-4927-BDA3-7AC11A6FD682}" srcOrd="0" destOrd="0" parTransId="{2F0BB8FB-731D-4F68-881A-1EF8C7C58D98}" sibTransId="{436732B0-862F-44FF-B626-5D26736980CE}"/>
    <dgm:cxn modelId="{E59ADF07-9B13-4B94-8ACE-4E43882527A2}" srcId="{621C2E6F-7B73-4C8A-82E6-D67A21A10135}" destId="{E32FC93B-6AD5-4545-84A8-51422B3973E4}" srcOrd="1" destOrd="0" parTransId="{DD091010-56F5-4878-B0E0-712ABF615A6A}" sibTransId="{833453BA-8D3C-4FE9-A179-069C6BC9D268}"/>
    <dgm:cxn modelId="{FA47690D-7466-4C39-9CA0-7C3D86456FE3}" type="presOf" srcId="{E32FC93B-6AD5-4545-84A8-51422B3973E4}" destId="{D13D8915-E7A2-4FF0-904B-6BD2127C4B29}" srcOrd="0" destOrd="0" presId="urn:microsoft.com/office/officeart/2005/8/layout/hierarchy1"/>
    <dgm:cxn modelId="{2E5C682A-51A3-44EA-BACE-59667FFAD596}" type="presOf" srcId="{9F7AD8EC-5060-4880-B001-F97F2547226B}" destId="{E44BD076-C87F-48CA-8525-9C9C9DEA0AF7}" srcOrd="0" destOrd="0" presId="urn:microsoft.com/office/officeart/2005/8/layout/hierarchy1"/>
    <dgm:cxn modelId="{0FE2AAC1-B27B-4445-A023-4DCE747B004F}" srcId="{621C2E6F-7B73-4C8A-82E6-D67A21A10135}" destId="{9F7AD8EC-5060-4880-B001-F97F2547226B}" srcOrd="2" destOrd="0" parTransId="{DF294D40-1407-447F-81D0-0417F54A4F91}" sibTransId="{07A597F3-F972-4F1E-B4D5-7CC772258821}"/>
    <dgm:cxn modelId="{AEE99EED-EEB8-46B8-B14B-D5FA6F4C0B22}" type="presOf" srcId="{621C2E6F-7B73-4C8A-82E6-D67A21A10135}" destId="{A8E00572-36CA-4525-BED4-F1CE947FE215}" srcOrd="0" destOrd="0" presId="urn:microsoft.com/office/officeart/2005/8/layout/hierarchy1"/>
    <dgm:cxn modelId="{EE92F155-8536-4BB1-84CE-DE825460578B}" type="presParOf" srcId="{A8E00572-36CA-4525-BED4-F1CE947FE215}" destId="{7C887F9A-2EB2-41EE-A48B-89CD8352B1DC}" srcOrd="0" destOrd="0" presId="urn:microsoft.com/office/officeart/2005/8/layout/hierarchy1"/>
    <dgm:cxn modelId="{9D2F33B0-5421-43F5-AEE3-27385103BDCF}" type="presParOf" srcId="{7C887F9A-2EB2-41EE-A48B-89CD8352B1DC}" destId="{AEF57FFE-9294-4902-A6D2-1FC24F57749C}" srcOrd="0" destOrd="0" presId="urn:microsoft.com/office/officeart/2005/8/layout/hierarchy1"/>
    <dgm:cxn modelId="{F1EB834A-BB60-4D30-901E-EDA364490BA5}" type="presParOf" srcId="{AEF57FFE-9294-4902-A6D2-1FC24F57749C}" destId="{597A0BAA-5558-47C2-8334-1EF52C72A64E}" srcOrd="0" destOrd="0" presId="urn:microsoft.com/office/officeart/2005/8/layout/hierarchy1"/>
    <dgm:cxn modelId="{63D22248-ECB0-4EB4-9E3D-8DD644F5DE5E}" type="presParOf" srcId="{AEF57FFE-9294-4902-A6D2-1FC24F57749C}" destId="{57289D69-FA49-4B7B-B7FC-78287EF1A2D2}" srcOrd="1" destOrd="0" presId="urn:microsoft.com/office/officeart/2005/8/layout/hierarchy1"/>
    <dgm:cxn modelId="{48A6A9E0-C152-4C17-9900-DD1C345BA68A}" type="presParOf" srcId="{7C887F9A-2EB2-41EE-A48B-89CD8352B1DC}" destId="{6DE06290-F1DF-49C8-8B97-9846C2501EE8}" srcOrd="1" destOrd="0" presId="urn:microsoft.com/office/officeart/2005/8/layout/hierarchy1"/>
    <dgm:cxn modelId="{D483600C-3C32-43AC-A521-5AAA0D5C6AD3}" type="presParOf" srcId="{A8E00572-36CA-4525-BED4-F1CE947FE215}" destId="{ECDC65CF-8953-401B-AA9A-6E35CEB86085}" srcOrd="1" destOrd="0" presId="urn:microsoft.com/office/officeart/2005/8/layout/hierarchy1"/>
    <dgm:cxn modelId="{7B648B48-FC8A-483F-A1B1-DD93E63538EF}" type="presParOf" srcId="{ECDC65CF-8953-401B-AA9A-6E35CEB86085}" destId="{3C911021-C05A-4BC6-9A94-C52E639BF383}" srcOrd="0" destOrd="0" presId="urn:microsoft.com/office/officeart/2005/8/layout/hierarchy1"/>
    <dgm:cxn modelId="{25B7AD87-ACC7-4FF1-A47E-736721EEF162}" type="presParOf" srcId="{3C911021-C05A-4BC6-9A94-C52E639BF383}" destId="{3A4872B5-8FD2-4C80-82FE-FB76749A05D7}" srcOrd="0" destOrd="0" presId="urn:microsoft.com/office/officeart/2005/8/layout/hierarchy1"/>
    <dgm:cxn modelId="{B4B9E132-CF71-4CC0-9D0B-BA1AFA85147E}" type="presParOf" srcId="{3C911021-C05A-4BC6-9A94-C52E639BF383}" destId="{D13D8915-E7A2-4FF0-904B-6BD2127C4B29}" srcOrd="1" destOrd="0" presId="urn:microsoft.com/office/officeart/2005/8/layout/hierarchy1"/>
    <dgm:cxn modelId="{3B074A77-DE62-416B-8578-0188A31A42D6}" type="presParOf" srcId="{ECDC65CF-8953-401B-AA9A-6E35CEB86085}" destId="{88B3B4E7-6749-42FF-9BAF-ECA6EF73DA6B}" srcOrd="1" destOrd="0" presId="urn:microsoft.com/office/officeart/2005/8/layout/hierarchy1"/>
    <dgm:cxn modelId="{F5DA7881-EB61-4729-B9D4-978D2D3C10D7}" type="presParOf" srcId="{A8E00572-36CA-4525-BED4-F1CE947FE215}" destId="{A6714BD2-4542-49D2-8FED-6A9DC94D2D0C}" srcOrd="2" destOrd="0" presId="urn:microsoft.com/office/officeart/2005/8/layout/hierarchy1"/>
    <dgm:cxn modelId="{3A7B610F-EBD6-44C0-8AD0-3418E149B3C9}" type="presParOf" srcId="{A6714BD2-4542-49D2-8FED-6A9DC94D2D0C}" destId="{97A886BA-C730-41DE-9749-A008ED31B12E}" srcOrd="0" destOrd="0" presId="urn:microsoft.com/office/officeart/2005/8/layout/hierarchy1"/>
    <dgm:cxn modelId="{85E60F9F-74D5-4B68-A612-E20228CB3C21}" type="presParOf" srcId="{97A886BA-C730-41DE-9749-A008ED31B12E}" destId="{AB6DDD57-6C8A-4022-818C-E84C59BB6ED0}" srcOrd="0" destOrd="0" presId="urn:microsoft.com/office/officeart/2005/8/layout/hierarchy1"/>
    <dgm:cxn modelId="{F5ED5965-22E1-4E7B-9F59-6D975CD254D5}" type="presParOf" srcId="{97A886BA-C730-41DE-9749-A008ED31B12E}" destId="{E44BD076-C87F-48CA-8525-9C9C9DEA0AF7}" srcOrd="1" destOrd="0" presId="urn:microsoft.com/office/officeart/2005/8/layout/hierarchy1"/>
    <dgm:cxn modelId="{BAA2293D-FDBC-4DD5-ABC6-1A7FE2233472}" type="presParOf" srcId="{A6714BD2-4542-49D2-8FED-6A9DC94D2D0C}" destId="{C4BC8DF7-508B-440B-9F59-DABBC43FC0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191BD-1577-4093-AB37-B2D2554709B3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C8FCA-B6AD-41AA-81AE-AE21A738950D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Simply put, Docker is a lightweight containerization technology and platform used to solve common environment problems in programming.</a:t>
          </a:r>
        </a:p>
      </dsp:txBody>
      <dsp:txXfrm>
        <a:off x="608661" y="692298"/>
        <a:ext cx="4508047" cy="2799040"/>
      </dsp:txXfrm>
    </dsp:sp>
    <dsp:sp modelId="{4B2EAE40-25BA-4531-BB0C-6107FA379A78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4A82E-7D52-4B03-B655-F74807E631F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It packages applications, dependencies, and user-space environments together in a container.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4A918-9EF8-4D99-8EA3-DFF3DB8D97AD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1. Lightweight and fast</a:t>
          </a:r>
        </a:p>
      </dsp:txBody>
      <dsp:txXfrm>
        <a:off x="23773" y="23773"/>
        <a:ext cx="7797822" cy="764123"/>
      </dsp:txXfrm>
    </dsp:sp>
    <dsp:sp modelId="{F1019ADD-FD60-4361-AA7A-A95E243165D0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2. Portability</a:t>
          </a:r>
        </a:p>
      </dsp:txBody>
      <dsp:txXfrm>
        <a:off x="755937" y="983018"/>
        <a:ext cx="7434967" cy="764123"/>
      </dsp:txXfrm>
    </dsp:sp>
    <dsp:sp modelId="{B3A906DF-A6A8-4DD8-95C0-CA8676B64C9F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3. Isolation</a:t>
          </a:r>
        </a:p>
      </dsp:txBody>
      <dsp:txXfrm>
        <a:off x="1477174" y="1942263"/>
        <a:ext cx="7445895" cy="764123"/>
      </dsp:txXfrm>
    </dsp:sp>
    <dsp:sp modelId="{0F3C1644-EAD7-47B1-84CF-749FA2A3FBAC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4. Scalability</a:t>
          </a:r>
        </a:p>
      </dsp:txBody>
      <dsp:txXfrm>
        <a:off x="2209338" y="2901508"/>
        <a:ext cx="7434967" cy="764123"/>
      </dsp:txXfrm>
    </dsp:sp>
    <dsp:sp modelId="{0D02CEB2-C952-492B-8D44-D330542587FD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333384" y="621664"/>
        <a:ext cx="290172" cy="397007"/>
      </dsp:txXfrm>
    </dsp:sp>
    <dsp:sp modelId="{DD761E4D-17B9-461B-B79F-2B2247715FFF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065548" y="1580910"/>
        <a:ext cx="290172" cy="397007"/>
      </dsp:txXfrm>
    </dsp:sp>
    <dsp:sp modelId="{5B1B58F9-C13E-491A-B9A2-4EE6332BD1FE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786785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89DDC3-267F-44B2-BD57-7994BDB7538D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Docker consists of the following 4 things:</a:t>
          </a:r>
        </a:p>
      </dsp:txBody>
      <dsp:txXfrm>
        <a:off x="19451" y="19451"/>
        <a:ext cx="7620120" cy="625190"/>
      </dsp:txXfrm>
    </dsp:sp>
    <dsp:sp modelId="{C800E361-4C25-46A2-9D80-DAE55D708F79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Docker Object</a:t>
          </a:r>
        </a:p>
      </dsp:txBody>
      <dsp:txXfrm>
        <a:off x="647801" y="775779"/>
        <a:ext cx="7315515" cy="625190"/>
      </dsp:txXfrm>
    </dsp:sp>
    <dsp:sp modelId="{2A01E709-975F-453A-84AB-B5AEF972CD60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Docker Client</a:t>
          </a:r>
        </a:p>
      </dsp:txBody>
      <dsp:txXfrm>
        <a:off x="1276151" y="1532107"/>
        <a:ext cx="7315515" cy="625190"/>
      </dsp:txXfrm>
    </dsp:sp>
    <dsp:sp modelId="{7F18AF3A-CEF9-4F93-BF44-E65CF14143AC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Docker Daemon</a:t>
          </a:r>
        </a:p>
      </dsp:txBody>
      <dsp:txXfrm>
        <a:off x="1904501" y="2288435"/>
        <a:ext cx="7315515" cy="625190"/>
      </dsp:txXfrm>
    </dsp:sp>
    <dsp:sp modelId="{D1975158-410C-4E46-A7B8-50AEFE5509BC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Docker Registry</a:t>
          </a:r>
        </a:p>
      </dsp:txBody>
      <dsp:txXfrm>
        <a:off x="2532851" y="3044763"/>
        <a:ext cx="7315515" cy="625190"/>
      </dsp:txXfrm>
    </dsp:sp>
    <dsp:sp modelId="{346C6235-4F6E-45D5-98F5-2D5C3584881A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079890" y="485156"/>
        <a:ext cx="237414" cy="324824"/>
      </dsp:txXfrm>
    </dsp:sp>
    <dsp:sp modelId="{46976989-BD43-4EC7-BA81-268BD6DA4C82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708241" y="1241484"/>
        <a:ext cx="237414" cy="324824"/>
      </dsp:txXfrm>
    </dsp:sp>
    <dsp:sp modelId="{F38835EA-6CF6-402B-A469-CCBF3BFCF2B8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336591" y="1986744"/>
        <a:ext cx="237414" cy="324824"/>
      </dsp:txXfrm>
    </dsp:sp>
    <dsp:sp modelId="{BB0873DC-93FF-4925-89B4-61A6AE75A5C8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96494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09D32-609D-40C6-A4AD-21FD00804342}">
      <dsp:nvSpPr>
        <dsp:cNvPr id="0" name=""/>
        <dsp:cNvSpPr/>
      </dsp:nvSpPr>
      <dsp:spPr>
        <a:xfrm>
          <a:off x="752566" y="700948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C0006-6FFA-4D84-AF63-D4793F65BB15}">
      <dsp:nvSpPr>
        <dsp:cNvPr id="0" name=""/>
        <dsp:cNvSpPr/>
      </dsp:nvSpPr>
      <dsp:spPr>
        <a:xfrm>
          <a:off x="100682" y="2110956"/>
          <a:ext cx="2370489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1. </a:t>
          </a:r>
          <a:r>
            <a:rPr lang="en-US" sz="1100" b="1" kern="1200"/>
            <a:t>Build an image</a:t>
          </a:r>
          <a:r>
            <a:rPr lang="en-US" sz="1100" kern="1200"/>
            <a:t>: Developers define the application's environment and dependencies by writing a Dockerfile, then build the image using the `docker build` command.</a:t>
          </a:r>
        </a:p>
      </dsp:txBody>
      <dsp:txXfrm>
        <a:off x="100682" y="2110956"/>
        <a:ext cx="2370489" cy="877500"/>
      </dsp:txXfrm>
    </dsp:sp>
    <dsp:sp modelId="{32B64A6C-B51B-4384-B029-15B5A807F299}">
      <dsp:nvSpPr>
        <dsp:cNvPr id="0" name=""/>
        <dsp:cNvSpPr/>
      </dsp:nvSpPr>
      <dsp:spPr>
        <a:xfrm>
          <a:off x="3537891" y="700948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620BF5-5D22-4D56-8B33-7E578A8D79CB}">
      <dsp:nvSpPr>
        <dsp:cNvPr id="0" name=""/>
        <dsp:cNvSpPr/>
      </dsp:nvSpPr>
      <dsp:spPr>
        <a:xfrm>
          <a:off x="2886007" y="2110956"/>
          <a:ext cx="2370489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</a:t>
          </a:r>
          <a:r>
            <a:rPr lang="en-US" sz="1100" b="1" kern="1200"/>
            <a:t>Distribute the image</a:t>
          </a:r>
          <a:r>
            <a:rPr lang="en-US" sz="1100" kern="1200"/>
            <a:t>: The built image can be uploaded to a Docker Registry for other users to use.</a:t>
          </a:r>
        </a:p>
      </dsp:txBody>
      <dsp:txXfrm>
        <a:off x="2886007" y="2110956"/>
        <a:ext cx="2370489" cy="877500"/>
      </dsp:txXfrm>
    </dsp:sp>
    <dsp:sp modelId="{7C22AE03-D053-4BA6-9526-F0B45B947F09}">
      <dsp:nvSpPr>
        <dsp:cNvPr id="0" name=""/>
        <dsp:cNvSpPr/>
      </dsp:nvSpPr>
      <dsp:spPr>
        <a:xfrm>
          <a:off x="6323216" y="700948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A52A9-ECD3-4877-9089-9B1B6E399EA3}">
      <dsp:nvSpPr>
        <dsp:cNvPr id="0" name=""/>
        <dsp:cNvSpPr/>
      </dsp:nvSpPr>
      <dsp:spPr>
        <a:xfrm>
          <a:off x="5671332" y="2110956"/>
          <a:ext cx="2370489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</a:t>
          </a:r>
          <a:r>
            <a:rPr lang="en-US" sz="1100" b="1" kern="1200"/>
            <a:t>Run a container</a:t>
          </a:r>
          <a:r>
            <a:rPr lang="en-US" sz="1100" kern="1200"/>
            <a:t>: Users can pull images from the Registry and run containers using the `docker run` command.</a:t>
          </a:r>
        </a:p>
      </dsp:txBody>
      <dsp:txXfrm>
        <a:off x="5671332" y="2110956"/>
        <a:ext cx="2370489" cy="877500"/>
      </dsp:txXfrm>
    </dsp:sp>
    <dsp:sp modelId="{AF868EC2-003C-40DF-9246-B7DA37903B19}">
      <dsp:nvSpPr>
        <dsp:cNvPr id="0" name=""/>
        <dsp:cNvSpPr/>
      </dsp:nvSpPr>
      <dsp:spPr>
        <a:xfrm>
          <a:off x="9108541" y="700948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306A9-24DF-4863-A257-2159C4236569}">
      <dsp:nvSpPr>
        <dsp:cNvPr id="0" name=""/>
        <dsp:cNvSpPr/>
      </dsp:nvSpPr>
      <dsp:spPr>
        <a:xfrm>
          <a:off x="8456657" y="2110956"/>
          <a:ext cx="2370489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4. </a:t>
          </a:r>
          <a:r>
            <a:rPr lang="en-US" sz="1100" b="1" kern="1200"/>
            <a:t>Manage containers</a:t>
          </a:r>
          <a:r>
            <a:rPr lang="en-US" sz="1100" kern="1200"/>
            <a:t>: Users can manage running containers using commands like `docker ps`, `docker stop`, `docker restart`, etc.</a:t>
          </a:r>
        </a:p>
      </dsp:txBody>
      <dsp:txXfrm>
        <a:off x="8456657" y="2110956"/>
        <a:ext cx="2370489" cy="877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A0BAA-5558-47C2-8334-1EF52C72A64E}">
      <dsp:nvSpPr>
        <dsp:cNvPr id="0" name=""/>
        <dsp:cNvSpPr/>
      </dsp:nvSpPr>
      <dsp:spPr>
        <a:xfrm>
          <a:off x="1376722" y="1771615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89D69-FA49-4B7B-B7FC-78287EF1A2D2}">
      <dsp:nvSpPr>
        <dsp:cNvPr id="0" name=""/>
        <dsp:cNvSpPr/>
      </dsp:nvSpPr>
      <dsp:spPr>
        <a:xfrm>
          <a:off x="1718216" y="2096035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container is simply a set of processes, but unlike regular processes, these processes have some restrictions:</a:t>
          </a:r>
        </a:p>
      </dsp:txBody>
      <dsp:txXfrm>
        <a:off x="1775378" y="2153197"/>
        <a:ext cx="2959127" cy="1837317"/>
      </dsp:txXfrm>
    </dsp:sp>
    <dsp:sp modelId="{3A4872B5-8FD2-4C80-82FE-FB76749A05D7}">
      <dsp:nvSpPr>
        <dsp:cNvPr id="0" name=""/>
        <dsp:cNvSpPr/>
      </dsp:nvSpPr>
      <dsp:spPr>
        <a:xfrm>
          <a:off x="6215202" y="326600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D8915-E7A2-4FF0-904B-6BD2127C4B29}">
      <dsp:nvSpPr>
        <dsp:cNvPr id="0" name=""/>
        <dsp:cNvSpPr/>
      </dsp:nvSpPr>
      <dsp:spPr>
        <a:xfrm>
          <a:off x="6556697" y="651020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- 1. Cannot see files outside the image</a:t>
          </a:r>
        </a:p>
      </dsp:txBody>
      <dsp:txXfrm>
        <a:off x="6613859" y="708182"/>
        <a:ext cx="2959127" cy="1837317"/>
      </dsp:txXfrm>
    </dsp:sp>
    <dsp:sp modelId="{AB6DDD57-6C8A-4022-818C-E84C59BB6ED0}">
      <dsp:nvSpPr>
        <dsp:cNvPr id="0" name=""/>
        <dsp:cNvSpPr/>
      </dsp:nvSpPr>
      <dsp:spPr>
        <a:xfrm>
          <a:off x="6227441" y="2911758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BD076-C87F-48CA-8525-9C9C9DEA0AF7}">
      <dsp:nvSpPr>
        <dsp:cNvPr id="0" name=""/>
        <dsp:cNvSpPr/>
      </dsp:nvSpPr>
      <dsp:spPr>
        <a:xfrm>
          <a:off x="6568936" y="3236178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- 2. Relies on the image's system files to run, using the Linux kernel to execute processes</a:t>
          </a:r>
        </a:p>
      </dsp:txBody>
      <dsp:txXfrm>
        <a:off x="6626098" y="3293340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F4620-1FA7-46AB-AD2D-7679273AEFAC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D95D6-B5D6-4D98-B301-5F0D903896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291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487C1-9010-7C46-CDA6-055F8FC94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89897E-3EF7-7BE6-644B-885399416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50CC-EDB2-EB4F-EEC6-784275E8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DF17B-419B-BCB9-2A36-EF36981A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772F3-DC37-8F70-F892-068A4A2C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72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05D64-C5CF-A09F-8ED3-F981E859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62E2C-9F8C-1455-9791-BD216549E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9748A-0903-65A7-392C-05B04A76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4D83E-4D9B-7B53-9DBD-9EBB4F6E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A6D11-0E2E-FF79-F67B-4919C78C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28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291113-681D-312D-30E6-285D1AD6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F94131-46E8-40D6-6787-15C8592FE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14347-A1C2-A50B-10B9-872E6F775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1DC52-DFA9-C77D-7724-E64A3BAA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298D9-71F2-95CB-AB07-1B4DC2D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57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AB550-29E0-9C47-58B1-646687F2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66668-C66F-678F-86F5-5E98F8D40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88274-CC63-3351-38A1-B9FF3CD65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209FA-2667-A7D1-9D27-D88620044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8610D2-F98C-51E9-AB98-E90E5E03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37780A-4586-586E-2CA5-14906F32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DCE70-F945-7C1B-4B13-7B7646E7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C0D845-2D51-D52F-D28A-DD37A70A5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E68993-C202-4FC5-ACBB-8C0BA296F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2CF317-5DAA-B81E-3FF3-4F847833F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C1CA87-F0D6-ACCB-87DD-48401D5F0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35C3A2-6F7E-0B3F-7AE5-5890F91C2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6D9FE2-36E9-75FC-59D0-D3E25155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A023B8-F943-2197-F39E-98B7FDB48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4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1FF67-4454-344B-9359-87FCF60F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E6AF1A-F48A-D9A8-DA22-FE041DD3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4A09DC-FC0F-0A85-258F-CBC0B73F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3F1B15-27C0-A3AC-801F-0F980AF5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3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55D4A36-917B-C5FA-3EEA-3AD4F4232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AA2BEF-BA65-ED28-F39D-7FE0E52C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DAC9A9-8852-1CD2-C357-165DFD6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84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257D2-6AD7-836B-9591-9C8CBDD16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6B57C-F1D5-9169-B789-40107A2F8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660276-743A-A6B9-5E2B-745261DC2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9EB38F-B98B-283A-555B-CE3FDFA1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E06CA-FBAD-5B85-D057-A692C271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0BB28-0F34-BDCF-5B1E-5620C210F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86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DA0BF-6D27-D287-F61B-BDB3C1BF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DB6369-F377-025D-6A26-C7E8323F2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3A12A3-90AE-AE9E-BF7C-C26AF65B1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A86986-0CAB-6A3E-32B3-80D1D1A54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B85B48-DD4C-AF49-03D6-FE0FF9FA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A4E763-F79F-1E7A-E68D-D3A52027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28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42F3E4-5D0F-9780-8FAE-FFB71E5A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5DDCF9-C147-704F-2782-0F5C02855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481ED-890B-61E1-1D6E-BA4ADF33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15E81E-F0FB-F5FF-7B61-D4BC5A8B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D78D1-9266-5635-21C1-C524FA70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7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A30AA3-41F3-E644-D8EA-D745AFC18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354D6C-0516-B382-99DA-48778C6E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24FD8-81CB-BA03-24E1-C08B6802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341641-45FD-32AD-0646-1C9C96C89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69C743-E057-BA8A-43D0-C1DCC799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90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0701BC-4A1D-E65D-1AD6-1FB5EF6E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27CFA-ED60-B8D6-23F5-F3E09B448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028B7-2CC5-E9C8-2DC6-1438831E5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3/3/2026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0BAE1-87EE-3261-6CBE-AC2ADFFD6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0723A-5A48-772B-0D34-51F3F66C1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6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6ABACC6B-559E-E5B3-539D-78A04352F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19E0C7-D7FF-02E3-734B-18BCA86C3A92}"/>
              </a:ext>
            </a:extLst>
          </p:cNvPr>
          <p:cNvSpPr txBox="1"/>
          <p:nvPr/>
        </p:nvSpPr>
        <p:spPr>
          <a:xfrm>
            <a:off x="1106901" y="1969928"/>
            <a:ext cx="3973385" cy="145907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5200" spc="100" dirty="0">
                <a:latin typeface="+mj-lt"/>
                <a:ea typeface="+mj-ea"/>
                <a:cs typeface="+mj-cs"/>
              </a:rPr>
              <a:t>Introduction to Docker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B83769-1581-CAFB-275A-C6017896E31C}"/>
              </a:ext>
            </a:extLst>
          </p:cNvPr>
          <p:cNvSpPr txBox="1"/>
          <p:nvPr/>
        </p:nvSpPr>
        <p:spPr>
          <a:xfrm>
            <a:off x="1328728" y="4209923"/>
            <a:ext cx="23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Presenter: Jiabao Cao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276256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立体电脑的简笔画怎么画（汇总10张）_简笔画图片大全">
            <a:extLst>
              <a:ext uri="{FF2B5EF4-FFF2-40B4-BE49-F238E27FC236}">
                <a16:creationId xmlns:a16="http://schemas.microsoft.com/office/drawing/2014/main" id="{4A4D61E0-330F-6928-82E8-376DA74F3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014" y="497397"/>
            <a:ext cx="1894293" cy="28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5B9DF86-A99A-F003-26CA-152E68FC77D1}"/>
              </a:ext>
            </a:extLst>
          </p:cNvPr>
          <p:cNvSpPr txBox="1"/>
          <p:nvPr/>
        </p:nvSpPr>
        <p:spPr>
          <a:xfrm>
            <a:off x="1609074" y="3642970"/>
            <a:ext cx="163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Equipment  A</a:t>
            </a:r>
            <a:endParaRPr lang="zh-CN" altLang="en-US" dirty="0"/>
          </a:p>
        </p:txBody>
      </p:sp>
      <p:pic>
        <p:nvPicPr>
          <p:cNvPr id="5" name="Picture 2" descr="立体电脑的简笔画怎么画（汇总10张）_简笔画图片大全">
            <a:extLst>
              <a:ext uri="{FF2B5EF4-FFF2-40B4-BE49-F238E27FC236}">
                <a16:creationId xmlns:a16="http://schemas.microsoft.com/office/drawing/2014/main" id="{24671658-66ED-ACDE-F0EF-DB788E9A1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693" y="497397"/>
            <a:ext cx="1894293" cy="28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19A7B77-08F2-FDD0-5831-C4778136F5AE}"/>
              </a:ext>
            </a:extLst>
          </p:cNvPr>
          <p:cNvSpPr txBox="1"/>
          <p:nvPr/>
        </p:nvSpPr>
        <p:spPr>
          <a:xfrm>
            <a:off x="9025795" y="3642971"/>
            <a:ext cx="147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Equipment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endParaRPr lang="zh-CN" altLang="en-US" dirty="0"/>
          </a:p>
        </p:txBody>
      </p:sp>
      <p:pic>
        <p:nvPicPr>
          <p:cNvPr id="8" name="图片 7" descr="图片包含 游戏机, 镜子&#10;&#10;AI 生成的内容可能不正确。">
            <a:extLst>
              <a:ext uri="{FF2B5EF4-FFF2-40B4-BE49-F238E27FC236}">
                <a16:creationId xmlns:a16="http://schemas.microsoft.com/office/drawing/2014/main" id="{53422CC3-1A35-49D1-3749-9E15E3AE9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37" y="3642970"/>
            <a:ext cx="2143125" cy="1739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8CC2F63-910E-AFC8-9F57-300F9B1BDDC7}"/>
              </a:ext>
            </a:extLst>
          </p:cNvPr>
          <p:cNvSpPr txBox="1"/>
          <p:nvPr/>
        </p:nvSpPr>
        <p:spPr>
          <a:xfrm>
            <a:off x="4962790" y="5661475"/>
            <a:ext cx="226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document</a:t>
            </a:r>
            <a:r>
              <a:rPr lang="zh-CN" altLang="en-US" dirty="0"/>
              <a:t> </a:t>
            </a:r>
            <a:r>
              <a:rPr lang="en-US" altLang="zh-CN" dirty="0"/>
              <a:t>file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577BED7-D191-94E4-A6C4-7C8C9519677E}"/>
              </a:ext>
            </a:extLst>
          </p:cNvPr>
          <p:cNvSpPr/>
          <p:nvPr/>
        </p:nvSpPr>
        <p:spPr>
          <a:xfrm rot="3253689">
            <a:off x="3575301" y="2477065"/>
            <a:ext cx="1472859" cy="950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A6286F44-BD16-9B14-3242-4E24F5201ED7}"/>
              </a:ext>
            </a:extLst>
          </p:cNvPr>
          <p:cNvSpPr/>
          <p:nvPr/>
        </p:nvSpPr>
        <p:spPr>
          <a:xfrm rot="18710958">
            <a:off x="7143840" y="2384732"/>
            <a:ext cx="1472859" cy="9505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79848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7D87276C-F54D-5C76-954C-168469DB0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70" r="38644" b="1"/>
          <a:stretch>
            <a:fillRect/>
          </a:stretch>
        </p:blipFill>
        <p:spPr bwMode="auto">
          <a:xfrm>
            <a:off x="3306519" y="1587"/>
            <a:ext cx="4846882" cy="6856413"/>
          </a:xfrm>
          <a:custGeom>
            <a:avLst/>
            <a:gdLst/>
            <a:ahLst/>
            <a:cxnLst/>
            <a:rect l="l" t="t" r="r" b="b"/>
            <a:pathLst>
              <a:path w="5110407" h="6856413">
                <a:moveTo>
                  <a:pt x="121782" y="0"/>
                </a:moveTo>
                <a:lnTo>
                  <a:pt x="4731440" y="0"/>
                </a:lnTo>
                <a:lnTo>
                  <a:pt x="4775629" y="179775"/>
                </a:lnTo>
                <a:cubicBezTo>
                  <a:pt x="5052916" y="1415453"/>
                  <a:pt x="5165791" y="2739148"/>
                  <a:pt x="5084710" y="4108260"/>
                </a:cubicBezTo>
                <a:cubicBezTo>
                  <a:pt x="5038379" y="4890611"/>
                  <a:pt x="4930907" y="5650759"/>
                  <a:pt x="4768709" y="6381464"/>
                </a:cubicBezTo>
                <a:lnTo>
                  <a:pt x="4653290" y="6856413"/>
                </a:lnTo>
                <a:lnTo>
                  <a:pt x="0" y="6856413"/>
                </a:lnTo>
                <a:lnTo>
                  <a:pt x="21062" y="6803488"/>
                </a:lnTo>
                <a:cubicBezTo>
                  <a:pt x="355644" y="5917239"/>
                  <a:pt x="573134" y="4914171"/>
                  <a:pt x="636462" y="3844830"/>
                </a:cubicBezTo>
                <a:cubicBezTo>
                  <a:pt x="713862" y="2537857"/>
                  <a:pt x="550895" y="1302013"/>
                  <a:pt x="203879" y="2369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337DF07-1C1F-0EB4-3C68-3F8EB2B0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2" y="485775"/>
            <a:ext cx="2825506" cy="5719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3600" spc="100"/>
              <a:t>Content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4817F2E-ACDE-E2E9-28B7-F78B2A143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6925" y="485774"/>
            <a:ext cx="3292475" cy="57197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1.Basic introduction to Docker</a:t>
            </a:r>
          </a:p>
          <a:p>
            <a:pPr lvl="1"/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2.Origin of Docker</a:t>
            </a:r>
          </a:p>
          <a:p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3.Advantage of Docker</a:t>
            </a:r>
          </a:p>
          <a:p>
            <a:pPr marL="342900" indent="-342900">
              <a:buAutoNum type="arabicPeriod"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4.Basic structure of Docker</a:t>
            </a:r>
          </a:p>
          <a:p>
            <a:pPr marL="342900" indent="-342900">
              <a:buAutoNum type="arabicPeriod"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5.Workflow and related concept of Docker</a:t>
            </a:r>
          </a:p>
          <a:p>
            <a:pPr marL="342900" indent="-342900">
              <a:buAutoNum type="arabicPeriod"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6.Foundamental operations of Docker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61411197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CAA3DF80-5401-CE3C-1FDC-E9715F47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1843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0037758-4B5A-B14C-2B0A-F738B9B8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89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1.Basic introduction to Docker</a:t>
            </a:r>
          </a:p>
        </p:txBody>
      </p:sp>
    </p:spTree>
    <p:extLst>
      <p:ext uri="{BB962C8B-B14F-4D97-AF65-F5344CB8AC3E}">
        <p14:creationId xmlns:p14="http://schemas.microsoft.com/office/powerpoint/2010/main" val="3159008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39C718-38D6-39E5-1F84-D7DEA15A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</a:rPr>
              <a:t>What</a:t>
            </a:r>
            <a:r>
              <a:rPr lang="zh-CN" altLang="en-US" sz="4000" dirty="0">
                <a:solidFill>
                  <a:srgbClr val="FFFFFF"/>
                </a:solidFill>
              </a:rPr>
              <a:t> </a:t>
            </a:r>
            <a:r>
              <a:rPr lang="en-US" altLang="zh-CN" sz="4000" dirty="0">
                <a:solidFill>
                  <a:srgbClr val="FFFFFF"/>
                </a:solidFill>
              </a:rPr>
              <a:t>is Docker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6" name="内容占位符 3">
            <a:extLst>
              <a:ext uri="{FF2B5EF4-FFF2-40B4-BE49-F238E27FC236}">
                <a16:creationId xmlns:a16="http://schemas.microsoft.com/office/drawing/2014/main" id="{7A37A032-FF44-50B7-4B0B-EC27AF601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61786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53090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0665B1-199F-9FB2-3DD0-9450F87B2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857" y="1661446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altLang="zh-CN" sz="3200" dirty="0"/>
              <a:t>    Subsequently, if you need to run this application on another computer, you just need to run this container without worrying about the application's environment issues.</a:t>
            </a:r>
          </a:p>
          <a:p>
            <a:endParaRPr lang="zh-CN" alt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49244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C5EF1-A6C0-B45C-847F-8AB141A7A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657" y="1778149"/>
            <a:ext cx="9724031" cy="3683358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US" altLang="zh-CN" sz="5400" dirty="0"/>
              <a:t>Today</a:t>
            </a:r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 </a:t>
            </a:r>
            <a:r>
              <a:rPr lang="en-US" altLang="zh-CN" sz="6000" dirty="0"/>
              <a:t>we are going to create a container through image, and learning how to use them</a:t>
            </a:r>
            <a:r>
              <a:rPr lang="en-US" altLang="zh-CN" sz="2000" dirty="0"/>
              <a:t>.</a:t>
            </a:r>
            <a:r>
              <a:rPr lang="zh-CN" altLang="en-US" sz="6100" dirty="0"/>
              <a:t>❤️</a:t>
            </a:r>
          </a:p>
        </p:txBody>
      </p:sp>
    </p:spTree>
    <p:extLst>
      <p:ext uri="{BB962C8B-B14F-4D97-AF65-F5344CB8AC3E}">
        <p14:creationId xmlns:p14="http://schemas.microsoft.com/office/powerpoint/2010/main" val="2134265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43C37884-1760-A27D-3EE2-C0FEFFE60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1843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E4CAE86-DC78-53DE-0AD6-A932887F47F5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2.Origin of Docker</a:t>
            </a:r>
          </a:p>
        </p:txBody>
      </p:sp>
    </p:spTree>
    <p:extLst>
      <p:ext uri="{BB962C8B-B14F-4D97-AF65-F5344CB8AC3E}">
        <p14:creationId xmlns:p14="http://schemas.microsoft.com/office/powerpoint/2010/main" val="1223358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593B4D24-F4A8-4141-A20A-E0575D19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D845573F-F83A-4A47-B94A-2E6465F11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6883" y="557880"/>
            <a:ext cx="3458235" cy="2959687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E3E9CA91-0E2B-49CD-A0F6-2EA79F02F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07954" y="676385"/>
            <a:ext cx="3236724" cy="2678356"/>
          </a:xfrm>
          <a:custGeom>
            <a:avLst/>
            <a:gdLst>
              <a:gd name="connsiteX0" fmla="*/ 1852211 w 3236724"/>
              <a:gd name="connsiteY0" fmla="*/ 0 h 2678356"/>
              <a:gd name="connsiteX1" fmla="*/ 1852285 w 3236724"/>
              <a:gd name="connsiteY1" fmla="*/ 3 h 2678356"/>
              <a:gd name="connsiteX2" fmla="*/ 1852359 w 3236724"/>
              <a:gd name="connsiteY2" fmla="*/ 0 h 2678356"/>
              <a:gd name="connsiteX3" fmla="*/ 2434596 w 3236724"/>
              <a:gd name="connsiteY3" fmla="*/ 106974 h 2678356"/>
              <a:gd name="connsiteX4" fmla="*/ 2859238 w 3236724"/>
              <a:gd name="connsiteY4" fmla="*/ 395597 h 2678356"/>
              <a:gd name="connsiteX5" fmla="*/ 3236724 w 3236724"/>
              <a:gd name="connsiteY5" fmla="*/ 1417925 h 2678356"/>
              <a:gd name="connsiteX6" fmla="*/ 3068575 w 3236724"/>
              <a:gd name="connsiteY6" fmla="*/ 1837191 h 2678356"/>
              <a:gd name="connsiteX7" fmla="*/ 2570726 w 3236724"/>
              <a:gd name="connsiteY7" fmla="*/ 2227590 h 2678356"/>
              <a:gd name="connsiteX8" fmla="*/ 2461266 w 3236724"/>
              <a:gd name="connsiteY8" fmla="*/ 2302270 h 2678356"/>
              <a:gd name="connsiteX9" fmla="*/ 1561831 w 3236724"/>
              <a:gd name="connsiteY9" fmla="*/ 2678356 h 2678356"/>
              <a:gd name="connsiteX10" fmla="*/ 1561750 w 3236724"/>
              <a:gd name="connsiteY10" fmla="*/ 2678352 h 2678356"/>
              <a:gd name="connsiteX11" fmla="*/ 1561683 w 3236724"/>
              <a:gd name="connsiteY11" fmla="*/ 2678356 h 2678356"/>
              <a:gd name="connsiteX12" fmla="*/ 376860 w 3236724"/>
              <a:gd name="connsiteY12" fmla="*/ 2067039 h 2678356"/>
              <a:gd name="connsiteX13" fmla="*/ 250592 w 3236724"/>
              <a:gd name="connsiteY13" fmla="*/ 1910648 h 2678356"/>
              <a:gd name="connsiteX14" fmla="*/ 0 w 3236724"/>
              <a:gd name="connsiteY14" fmla="*/ 1417925 h 2678356"/>
              <a:gd name="connsiteX15" fmla="*/ 151411 w 3236724"/>
              <a:gd name="connsiteY15" fmla="*/ 887282 h 2678356"/>
              <a:gd name="connsiteX16" fmla="*/ 568971 w 3236724"/>
              <a:gd name="connsiteY16" fmla="*/ 431316 h 2678356"/>
              <a:gd name="connsiteX17" fmla="*/ 1172669 w 3236724"/>
              <a:gd name="connsiteY17" fmla="*/ 115107 h 2678356"/>
              <a:gd name="connsiteX18" fmla="*/ 1852211 w 3236724"/>
              <a:gd name="connsiteY18" fmla="*/ 0 h 267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236724" h="2678356">
                <a:moveTo>
                  <a:pt x="1852211" y="0"/>
                </a:moveTo>
                <a:lnTo>
                  <a:pt x="1852285" y="3"/>
                </a:lnTo>
                <a:lnTo>
                  <a:pt x="1852359" y="0"/>
                </a:lnTo>
                <a:cubicBezTo>
                  <a:pt x="2065168" y="0"/>
                  <a:pt x="2261029" y="36024"/>
                  <a:pt x="2434596" y="106974"/>
                </a:cubicBezTo>
                <a:cubicBezTo>
                  <a:pt x="2597258" y="173517"/>
                  <a:pt x="2740125" y="270643"/>
                  <a:pt x="2859238" y="395597"/>
                </a:cubicBezTo>
                <a:cubicBezTo>
                  <a:pt x="3102677" y="651072"/>
                  <a:pt x="3236724" y="1014131"/>
                  <a:pt x="3236724" y="1417925"/>
                </a:cubicBezTo>
                <a:cubicBezTo>
                  <a:pt x="3236724" y="1579026"/>
                  <a:pt x="3184842" y="1708324"/>
                  <a:pt x="3068575" y="1837191"/>
                </a:cubicBezTo>
                <a:cubicBezTo>
                  <a:pt x="2946961" y="1971994"/>
                  <a:pt x="2764225" y="2096154"/>
                  <a:pt x="2570726" y="2227590"/>
                </a:cubicBezTo>
                <a:cubicBezTo>
                  <a:pt x="2535026" y="2251811"/>
                  <a:pt x="2498146" y="2276888"/>
                  <a:pt x="2461266" y="2302270"/>
                </a:cubicBezTo>
                <a:cubicBezTo>
                  <a:pt x="2131149" y="2529427"/>
                  <a:pt x="1890211" y="2678356"/>
                  <a:pt x="1561831" y="2678356"/>
                </a:cubicBezTo>
                <a:lnTo>
                  <a:pt x="1561750" y="2678352"/>
                </a:lnTo>
                <a:lnTo>
                  <a:pt x="1561683" y="2678356"/>
                </a:lnTo>
                <a:cubicBezTo>
                  <a:pt x="1061332" y="2678356"/>
                  <a:pt x="706977" y="2495543"/>
                  <a:pt x="376860" y="2067039"/>
                </a:cubicBezTo>
                <a:cubicBezTo>
                  <a:pt x="333659" y="2010953"/>
                  <a:pt x="291431" y="1959945"/>
                  <a:pt x="250592" y="1910648"/>
                </a:cubicBezTo>
                <a:cubicBezTo>
                  <a:pt x="81331" y="1706243"/>
                  <a:pt x="0" y="1599944"/>
                  <a:pt x="0" y="1417925"/>
                </a:cubicBezTo>
                <a:cubicBezTo>
                  <a:pt x="0" y="1237191"/>
                  <a:pt x="50979" y="1058657"/>
                  <a:pt x="151411" y="887282"/>
                </a:cubicBezTo>
                <a:cubicBezTo>
                  <a:pt x="249689" y="719635"/>
                  <a:pt x="390195" y="566180"/>
                  <a:pt x="568971" y="431316"/>
                </a:cubicBezTo>
                <a:cubicBezTo>
                  <a:pt x="744691" y="298716"/>
                  <a:pt x="953401" y="189359"/>
                  <a:pt x="1172669" y="115107"/>
                </a:cubicBezTo>
                <a:cubicBezTo>
                  <a:pt x="1397840" y="38716"/>
                  <a:pt x="1626554" y="0"/>
                  <a:pt x="1852211" y="0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30" name="Picture 6" descr="Open PaaS DotCloud Adds Support For WebSockets, Vertical Scaling And ...">
            <a:extLst>
              <a:ext uri="{FF2B5EF4-FFF2-40B4-BE49-F238E27FC236}">
                <a16:creationId xmlns:a16="http://schemas.microsoft.com/office/drawing/2014/main" id="{CA5BBE6F-8DD0-066C-88A2-F0257582C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3840" y="1707432"/>
            <a:ext cx="1940763" cy="616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E7D5A-7B89-F153-97AF-B5CDAA27F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4" y="4595854"/>
            <a:ext cx="8932863" cy="1623971"/>
          </a:xfrm>
        </p:spPr>
        <p:txBody>
          <a:bodyPr anchorCtr="1">
            <a:normAutofit/>
          </a:bodyPr>
          <a:lstStyle/>
          <a:p>
            <a:pPr algn="ctr"/>
            <a:r>
              <a:rPr lang="en-US" altLang="zh-CN" sz="2000"/>
              <a:t>dot Cloud is a cloud-based application platform that allows developers to deploy and manage applications in the cloud.</a:t>
            </a:r>
          </a:p>
        </p:txBody>
      </p:sp>
    </p:spTree>
    <p:extLst>
      <p:ext uri="{BB962C8B-B14F-4D97-AF65-F5344CB8AC3E}">
        <p14:creationId xmlns:p14="http://schemas.microsoft.com/office/powerpoint/2010/main" val="2956164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ocker 公司的七年辛酸史 - 知乎">
            <a:extLst>
              <a:ext uri="{FF2B5EF4-FFF2-40B4-BE49-F238E27FC236}">
                <a16:creationId xmlns:a16="http://schemas.microsoft.com/office/drawing/2014/main" id="{7DC4A07E-41FF-6ED8-0F16-7A47E5038C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585826"/>
            <a:ext cx="2995574" cy="299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Docker 公司的七年辛酸史 - 知乎">
            <a:extLst>
              <a:ext uri="{FF2B5EF4-FFF2-40B4-BE49-F238E27FC236}">
                <a16:creationId xmlns:a16="http://schemas.microsoft.com/office/drawing/2014/main" id="{FF9A4727-A52A-076D-72BD-79441DA9DD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95A4B415-5F4E-4476-BFCF-6BA88D8B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109" y="585826"/>
            <a:ext cx="7573110" cy="567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84F7570-B282-82FD-6F1A-FFE05328070C}"/>
              </a:ext>
            </a:extLst>
          </p:cNvPr>
          <p:cNvSpPr txBox="1"/>
          <p:nvPr/>
        </p:nvSpPr>
        <p:spPr>
          <a:xfrm>
            <a:off x="552322" y="932811"/>
            <a:ext cx="360236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One person called Hykes noticed that </a:t>
            </a:r>
          </a:p>
          <a:p>
            <a:endParaRPr lang="en-US" altLang="zh-CN" sz="2400" dirty="0"/>
          </a:p>
          <a:p>
            <a:r>
              <a:rPr lang="en-US" altLang="zh-CN" sz="2400" dirty="0"/>
              <a:t>when running applications on </a:t>
            </a:r>
            <a:r>
              <a:rPr lang="en-US" altLang="zh-CN" sz="2400" dirty="0" err="1"/>
              <a:t>dotCloud</a:t>
            </a:r>
            <a:r>
              <a:rPr lang="en-US" altLang="zh-CN" sz="2400" dirty="0"/>
              <a:t>, different applications required different dependencies and runtime environments, </a:t>
            </a:r>
          </a:p>
          <a:p>
            <a:endParaRPr lang="en-US" altLang="zh-CN" sz="2400" dirty="0"/>
          </a:p>
          <a:p>
            <a:r>
              <a:rPr lang="en-US" altLang="zh-CN" sz="2400" dirty="0"/>
              <a:t>which were often difficult to coexist in the same system.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4185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49513-54F0-8B7B-AB38-E274D1DD0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54" y="1046291"/>
            <a:ext cx="11546091" cy="2881334"/>
          </a:xfrm>
        </p:spPr>
        <p:txBody>
          <a:bodyPr>
            <a:noAutofit/>
          </a:bodyPr>
          <a:lstStyle/>
          <a:p>
            <a:r>
              <a:rPr lang="en-US" altLang="zh-CN" sz="4000" dirty="0"/>
              <a:t>This led to environment configuration problems because different applications might require different environments</a:t>
            </a:r>
          </a:p>
          <a:p>
            <a:endParaRPr lang="en-US" altLang="zh-CN" sz="4000" dirty="0"/>
          </a:p>
          <a:p>
            <a:r>
              <a:rPr lang="en-US" altLang="zh-CN" sz="4000" dirty="0"/>
              <a:t>To solve this problem, Hykes began thinking about how to package applications and their environments together so they could run anywhere.</a:t>
            </a:r>
          </a:p>
        </p:txBody>
      </p:sp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73035" y="5141948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623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64607-E27A-0DAB-26BB-950FADA7E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Furthermore, Hykes decided to create a new tool for packaging applications and their environments.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And the name of a dock worker is exactly Docker. Hykes thought this name was very appropriate for the tool's functionality, so he named the tool Docker.</a:t>
            </a:r>
          </a:p>
          <a:p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Thus, Docker was born.</a:t>
            </a:r>
          </a:p>
          <a:p>
            <a:endParaRPr lang="zh-CN" altLang="en-US" dirty="0"/>
          </a:p>
        </p:txBody>
      </p:sp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F7695AA3-DDAA-93A7-3398-D04C5F7C7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73035" y="5141948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3930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0CE702-86AE-716F-E774-FE8E1316A00B}"/>
              </a:ext>
            </a:extLst>
          </p:cNvPr>
          <p:cNvSpPr txBox="1"/>
          <p:nvPr/>
        </p:nvSpPr>
        <p:spPr>
          <a:xfrm>
            <a:off x="639827" y="2577387"/>
            <a:ext cx="5796314" cy="12455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/>
              <a:t>Why can't virtual machines solve this problem? Isn't it also a famous containerization technology?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E46527FA-D17E-1D56-28DF-B45607ACE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6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929527DE-DE60-27FB-EA4B-5EA3E9BE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1843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CA34E0-3B48-1E7D-AA07-1E734B000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17" y="2995815"/>
            <a:ext cx="8405165" cy="5883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6000" dirty="0">
                <a:solidFill>
                  <a:srgbClr val="FFFFFF"/>
                </a:solidFill>
              </a:rPr>
              <a:t>3. Advantages of Docker</a:t>
            </a:r>
            <a:endParaRPr lang="zh-CN" altLang="en-US"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890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C5344E4-68ED-C27D-9F8F-DB9962ED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3400">
                <a:solidFill>
                  <a:srgbClr val="FFFFFF"/>
                </a:solidFill>
              </a:rPr>
              <a:t>Docker stands out among containerization technologies for several reasons:</a:t>
            </a:r>
            <a:br>
              <a:rPr lang="en-US" altLang="zh-CN" sz="3400">
                <a:solidFill>
                  <a:srgbClr val="FFFFFF"/>
                </a:solidFill>
              </a:rPr>
            </a:br>
            <a:endParaRPr lang="zh-CN" altLang="en-US" sz="3400">
              <a:solidFill>
                <a:srgbClr val="FFFFFF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AE4A73E5-4FDB-51CF-B9A0-ABDAAECE52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66422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4986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58C6DBB-2EF7-BEAA-18A0-F8D85613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4000" dirty="0">
                <a:solidFill>
                  <a:srgbClr val="FFFFFF"/>
                </a:solidFill>
              </a:rPr>
              <a:t>Compared to virtual machines</a:t>
            </a:r>
            <a:endParaRPr lang="zh-CN" alt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10CE321C-C13B-E73C-CA93-20350BD33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958082"/>
              </p:ext>
            </p:extLst>
          </p:nvPr>
        </p:nvGraphicFramePr>
        <p:xfrm>
          <a:off x="1174012" y="2615979"/>
          <a:ext cx="9867917" cy="3689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039">
                  <a:extLst>
                    <a:ext uri="{9D8B030D-6E8A-4147-A177-3AD203B41FA5}">
                      <a16:colId xmlns:a16="http://schemas.microsoft.com/office/drawing/2014/main" val="3146874857"/>
                    </a:ext>
                  </a:extLst>
                </a:gridCol>
                <a:gridCol w="3955707">
                  <a:extLst>
                    <a:ext uri="{9D8B030D-6E8A-4147-A177-3AD203B41FA5}">
                      <a16:colId xmlns:a16="http://schemas.microsoft.com/office/drawing/2014/main" val="2208837342"/>
                    </a:ext>
                  </a:extLst>
                </a:gridCol>
                <a:gridCol w="2888171">
                  <a:extLst>
                    <a:ext uri="{9D8B030D-6E8A-4147-A177-3AD203B41FA5}">
                      <a16:colId xmlns:a16="http://schemas.microsoft.com/office/drawing/2014/main" val="928402255"/>
                    </a:ext>
                  </a:extLst>
                </a:gridCol>
              </a:tblGrid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Feature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Docker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Virtual Machine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1699647285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Resource usage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Lightweight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Heavyweight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2658307462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Startup speed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Fast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Slow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1478971096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Portability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High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Low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1436775487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Isolation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Process-level isolation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Complete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156889311"/>
                  </a:ext>
                </a:extLst>
              </a:tr>
              <a:tr h="614901">
                <a:tc>
                  <a:txBody>
                    <a:bodyPr/>
                    <a:lstStyle/>
                    <a:p>
                      <a:r>
                        <a:rPr lang="en-US" altLang="zh-CN" sz="2800"/>
                        <a:t>Scalability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High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800"/>
                        <a:t>Limited</a:t>
                      </a:r>
                      <a:endParaRPr lang="zh-CN" altLang="en-US" sz="2800"/>
                    </a:p>
                  </a:txBody>
                  <a:tcPr marL="139750" marR="139750" marT="69875" marB="69875" anchor="ctr" anchorCtr="1"/>
                </a:tc>
                <a:extLst>
                  <a:ext uri="{0D108BD9-81ED-4DB2-BD59-A6C34878D82A}">
                    <a16:rowId xmlns:a16="http://schemas.microsoft.com/office/drawing/2014/main" val="3487682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618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929527DE-DE60-27FB-EA4B-5EA3E9BE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1843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D94DC4C-E643-619A-BF4C-05D91B354270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4.Basic structure of Docker</a:t>
            </a:r>
          </a:p>
        </p:txBody>
      </p:sp>
    </p:spTree>
    <p:extLst>
      <p:ext uri="{BB962C8B-B14F-4D97-AF65-F5344CB8AC3E}">
        <p14:creationId xmlns:p14="http://schemas.microsoft.com/office/powerpoint/2010/main" val="3514867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210082D-0D5A-76DD-FFE8-1E24EA87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4000" b="1">
                <a:solidFill>
                  <a:srgbClr val="FFFFFF"/>
                </a:solidFill>
              </a:rPr>
              <a:t>Docker's Architecture</a:t>
            </a:r>
            <a:endParaRPr lang="zh-CN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22" name="内容占位符 2">
            <a:extLst>
              <a:ext uri="{FF2B5EF4-FFF2-40B4-BE49-F238E27FC236}">
                <a16:creationId xmlns:a16="http://schemas.microsoft.com/office/drawing/2014/main" id="{903EC5F8-3CE2-89EA-333D-E9FE6B27C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3672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371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B65E49-5337-40E3-9DBD-146D14EA0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2"/>
            <a:ext cx="12192000" cy="452261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859509F-94DC-4952-A3B5-1EFAA2F52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68276" y="5"/>
            <a:ext cx="4023722" cy="4522603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6B1AF2CB-1EFE-4962-A8DC-2D3CE4736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7200" y="-5"/>
            <a:ext cx="11743606" cy="4513113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2232531E-9E20-48D1-A119-C05304D9E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8807" y="-9506"/>
            <a:ext cx="12200801" cy="4532114"/>
          </a:xfrm>
          <a:prstGeom prst="rect">
            <a:avLst/>
          </a:prstGeom>
          <a:gradFill>
            <a:gsLst>
              <a:gs pos="0">
                <a:srgbClr val="000000">
                  <a:alpha val="51000"/>
                </a:srgbClr>
              </a:gs>
              <a:gs pos="74000">
                <a:schemeClr val="accent1">
                  <a:alpha val="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7AA014B-79A8-4BEC-893F-42318288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679585"/>
          </a:xfrm>
          <a:prstGeom prst="rect">
            <a:avLst/>
          </a:prstGeom>
          <a:gradFill>
            <a:gsLst>
              <a:gs pos="20000">
                <a:schemeClr val="accent1">
                  <a:alpha val="9000"/>
                </a:schemeClr>
              </a:gs>
              <a:gs pos="100000">
                <a:srgbClr val="000000">
                  <a:alpha val="67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80E5052-5080-F593-E380-D1E75F48B560}"/>
              </a:ext>
            </a:extLst>
          </p:cNvPr>
          <p:cNvSpPr txBox="1"/>
          <p:nvPr/>
        </p:nvSpPr>
        <p:spPr>
          <a:xfrm>
            <a:off x="1371598" y="533514"/>
            <a:ext cx="9617105" cy="19996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 can imagine this as a little company.</a:t>
            </a:r>
          </a:p>
        </p:txBody>
      </p:sp>
      <p:pic>
        <p:nvPicPr>
          <p:cNvPr id="1026" name="Picture 2" descr="开心的小人简笔画元素素材下载-正版素材401698717-摄图网">
            <a:extLst>
              <a:ext uri="{FF2B5EF4-FFF2-40B4-BE49-F238E27FC236}">
                <a16:creationId xmlns:a16="http://schemas.microsoft.com/office/drawing/2014/main" id="{DF96E1EB-4278-847E-D9E1-5D44C314E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>
            <a:fillRect/>
          </a:stretch>
        </p:blipFill>
        <p:spPr bwMode="auto">
          <a:xfrm>
            <a:off x="446892" y="3674764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开心的小人简笔画元素素材下载-正版素材401698717-摄图网">
            <a:extLst>
              <a:ext uri="{FF2B5EF4-FFF2-40B4-BE49-F238E27FC236}">
                <a16:creationId xmlns:a16="http://schemas.microsoft.com/office/drawing/2014/main" id="{EA634F1C-504C-63C7-A1A1-D88D4613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>
            <a:fillRect/>
          </a:stretch>
        </p:blipFill>
        <p:spPr bwMode="auto">
          <a:xfrm>
            <a:off x="3584238" y="2287733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开心的小人简笔画元素素材下载-正版素材401698717-摄图网">
            <a:extLst>
              <a:ext uri="{FF2B5EF4-FFF2-40B4-BE49-F238E27FC236}">
                <a16:creationId xmlns:a16="http://schemas.microsoft.com/office/drawing/2014/main" id="{92940CDE-FDF1-AE67-3A20-D1B529C91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>
            <a:fillRect/>
          </a:stretch>
        </p:blipFill>
        <p:spPr bwMode="auto">
          <a:xfrm>
            <a:off x="9212722" y="2047001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BDC60F3-6C2F-AE1F-A898-794F3683D640}"/>
              </a:ext>
            </a:extLst>
          </p:cNvPr>
          <p:cNvSpPr/>
          <p:nvPr/>
        </p:nvSpPr>
        <p:spPr>
          <a:xfrm>
            <a:off x="774697" y="3798750"/>
            <a:ext cx="15805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Boss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50C4242-7BB2-F678-3999-C8D1337B50DE}"/>
              </a:ext>
            </a:extLst>
          </p:cNvPr>
          <p:cNvSpPr/>
          <p:nvPr/>
        </p:nvSpPr>
        <p:spPr>
          <a:xfrm>
            <a:off x="3861780" y="2494732"/>
            <a:ext cx="17278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Slave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035B31-5E85-CBDE-FAF9-BF38D566B323}"/>
              </a:ext>
            </a:extLst>
          </p:cNvPr>
          <p:cNvSpPr/>
          <p:nvPr/>
        </p:nvSpPr>
        <p:spPr>
          <a:xfrm>
            <a:off x="8899584" y="2601549"/>
            <a:ext cx="289624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Manager</a:t>
            </a:r>
            <a:endParaRPr lang="zh-CN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图片 11" descr="图片包含 游戏机, 镜子">
            <a:extLst>
              <a:ext uri="{FF2B5EF4-FFF2-40B4-BE49-F238E27FC236}">
                <a16:creationId xmlns:a16="http://schemas.microsoft.com/office/drawing/2014/main" id="{B8646094-B231-729E-C878-3BBD53803A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440" y="3576893"/>
            <a:ext cx="1926942" cy="156439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D17DE8E-9D60-1113-8B05-D3548EFAE53C}"/>
              </a:ext>
            </a:extLst>
          </p:cNvPr>
          <p:cNvSpPr/>
          <p:nvPr/>
        </p:nvSpPr>
        <p:spPr>
          <a:xfrm>
            <a:off x="6762631" y="3672515"/>
            <a:ext cx="15805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D269BC-6506-6AAC-195E-19228817CEF4}"/>
              </a:ext>
            </a:extLst>
          </p:cNvPr>
          <p:cNvSpPr txBox="1"/>
          <p:nvPr/>
        </p:nvSpPr>
        <p:spPr>
          <a:xfrm>
            <a:off x="774697" y="5897016"/>
            <a:ext cx="1503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Docker Client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447EC3-5F5D-3A4C-8614-D82067BAF20E}"/>
              </a:ext>
            </a:extLst>
          </p:cNvPr>
          <p:cNvSpPr txBox="1"/>
          <p:nvPr/>
        </p:nvSpPr>
        <p:spPr>
          <a:xfrm>
            <a:off x="3786756" y="4707178"/>
            <a:ext cx="187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Docker Daemon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CB2F17-183C-4411-423B-11E960D9E36A}"/>
              </a:ext>
            </a:extLst>
          </p:cNvPr>
          <p:cNvSpPr txBox="1"/>
          <p:nvPr/>
        </p:nvSpPr>
        <p:spPr>
          <a:xfrm>
            <a:off x="6721584" y="5516576"/>
            <a:ext cx="174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Docker Object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15FA0B9-A8B3-0F3B-E727-9170E5928A1E}"/>
              </a:ext>
            </a:extLst>
          </p:cNvPr>
          <p:cNvSpPr txBox="1"/>
          <p:nvPr/>
        </p:nvSpPr>
        <p:spPr>
          <a:xfrm>
            <a:off x="9521399" y="4591041"/>
            <a:ext cx="1742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Docker Registry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1A07030-7153-50B8-2020-C33AD9159986}"/>
              </a:ext>
            </a:extLst>
          </p:cNvPr>
          <p:cNvCxnSpPr>
            <a:cxnSpLocks/>
          </p:cNvCxnSpPr>
          <p:nvPr/>
        </p:nvCxnSpPr>
        <p:spPr>
          <a:xfrm flipV="1">
            <a:off x="2398536" y="3528290"/>
            <a:ext cx="1699966" cy="1287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2E8EC34-62B7-3751-A0AD-2F8FED12FDAD}"/>
              </a:ext>
            </a:extLst>
          </p:cNvPr>
          <p:cNvSpPr txBox="1"/>
          <p:nvPr/>
        </p:nvSpPr>
        <p:spPr>
          <a:xfrm>
            <a:off x="2295631" y="3346807"/>
            <a:ext cx="130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Give command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6902FED-77F0-4A1B-4BD6-80C4463C728F}"/>
              </a:ext>
            </a:extLst>
          </p:cNvPr>
          <p:cNvCxnSpPr>
            <a:cxnSpLocks/>
          </p:cNvCxnSpPr>
          <p:nvPr/>
        </p:nvCxnSpPr>
        <p:spPr>
          <a:xfrm>
            <a:off x="5303409" y="3268414"/>
            <a:ext cx="1608207" cy="401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BDF40AD-43B9-3CEA-D8EE-7DC4836168C5}"/>
              </a:ext>
            </a:extLst>
          </p:cNvPr>
          <p:cNvSpPr txBox="1"/>
          <p:nvPr/>
        </p:nvSpPr>
        <p:spPr>
          <a:xfrm>
            <a:off x="5936490" y="2545587"/>
            <a:ext cx="975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Work and output 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1A07030-7153-50B8-2020-C33AD9159986}"/>
              </a:ext>
            </a:extLst>
          </p:cNvPr>
          <p:cNvCxnSpPr>
            <a:cxnSpLocks/>
          </p:cNvCxnSpPr>
          <p:nvPr/>
        </p:nvCxnSpPr>
        <p:spPr>
          <a:xfrm flipV="1">
            <a:off x="8233604" y="3519581"/>
            <a:ext cx="1699966" cy="1287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1342436-E578-45BA-4D3D-6A0E159CA5C6}"/>
              </a:ext>
            </a:extLst>
          </p:cNvPr>
          <p:cNvSpPr txBox="1"/>
          <p:nvPr/>
        </p:nvSpPr>
        <p:spPr>
          <a:xfrm>
            <a:off x="8422686" y="3610697"/>
            <a:ext cx="100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Given to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45328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CC86E-27A5-49FE-D580-7F7B1C7C7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1634" y="294538"/>
            <a:ext cx="4848727" cy="1167214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endParaRPr lang="zh-CN" altLang="en-US" sz="4000" dirty="0">
              <a:solidFill>
                <a:srgbClr val="FFFF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C33CC7-9B16-3C38-E502-C80EEA1BC0DD}"/>
              </a:ext>
            </a:extLst>
          </p:cNvPr>
          <p:cNvSpPr txBox="1"/>
          <p:nvPr/>
        </p:nvSpPr>
        <p:spPr>
          <a:xfrm>
            <a:off x="2156825" y="3047951"/>
            <a:ext cx="787834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	Core objects including images, containers, networks, volumes, etc.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29EB88-4E83-EED2-114E-69A14D71E4B9}"/>
              </a:ext>
            </a:extLst>
          </p:cNvPr>
          <p:cNvSpPr txBox="1"/>
          <p:nvPr/>
        </p:nvSpPr>
        <p:spPr>
          <a:xfrm>
            <a:off x="4176192" y="541361"/>
            <a:ext cx="383960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Docker Objects</a:t>
            </a:r>
            <a:r>
              <a:rPr lang="en-US" altLang="zh-CN" sz="4000" dirty="0">
                <a:solidFill>
                  <a:schemeClr val="bg1"/>
                </a:solidFill>
              </a:rPr>
              <a:t>: </a:t>
            </a:r>
          </a:p>
          <a:p>
            <a:endParaRPr lang="zh-CN" altLang="en-US" dirty="0"/>
          </a:p>
        </p:txBody>
      </p:sp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10276" y="4903396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02879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D851C41-F6E3-3350-EAE4-73EC535B2606}"/>
              </a:ext>
            </a:extLst>
          </p:cNvPr>
          <p:cNvSpPr txBox="1"/>
          <p:nvPr/>
        </p:nvSpPr>
        <p:spPr>
          <a:xfrm>
            <a:off x="1365782" y="2676935"/>
            <a:ext cx="966225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zh-CN" sz="2800" dirty="0"/>
          </a:p>
          <a:p>
            <a:r>
              <a:rPr lang="en-US" altLang="zh-CN" sz="2800" dirty="0"/>
              <a:t> 	A command-line tool for users to interact with Docker, responsible for receiving user commands and sending them to the Docker Daemon for execution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9DBCE1-70B5-BAF9-65C1-EB524327DDB1}"/>
              </a:ext>
            </a:extLst>
          </p:cNvPr>
          <p:cNvSpPr txBox="1"/>
          <p:nvPr/>
        </p:nvSpPr>
        <p:spPr>
          <a:xfrm>
            <a:off x="3963665" y="546184"/>
            <a:ext cx="42646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Docker Client</a:t>
            </a:r>
            <a:r>
              <a:rPr lang="en-US" altLang="zh-CN" sz="4800" dirty="0"/>
              <a:t>:</a:t>
            </a:r>
          </a:p>
        </p:txBody>
      </p:sp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775973" y="5093642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060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D819B0A-DECB-793C-690A-47359AFB4F59}"/>
              </a:ext>
            </a:extLst>
          </p:cNvPr>
          <p:cNvSpPr txBox="1"/>
          <p:nvPr/>
        </p:nvSpPr>
        <p:spPr>
          <a:xfrm>
            <a:off x="1956650" y="2603295"/>
            <a:ext cx="82786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	A background service process responsible for processing Docker Client instructions and managing resources such as images and containers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86B1F0-8A60-9051-A73B-76D62FEF7B5C}"/>
              </a:ext>
            </a:extLst>
          </p:cNvPr>
          <p:cNvSpPr txBox="1"/>
          <p:nvPr/>
        </p:nvSpPr>
        <p:spPr>
          <a:xfrm>
            <a:off x="3711294" y="515500"/>
            <a:ext cx="48312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Docker Daemon</a:t>
            </a:r>
            <a:r>
              <a:rPr lang="en-US" altLang="zh-CN" sz="4800" dirty="0"/>
              <a:t>: </a:t>
            </a:r>
          </a:p>
        </p:txBody>
      </p:sp>
      <p:pic>
        <p:nvPicPr>
          <p:cNvPr id="3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24416" y="4989412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185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C35B82B-C1BE-5B93-65F0-FB145BB66BE2}"/>
              </a:ext>
            </a:extLst>
          </p:cNvPr>
          <p:cNvSpPr txBox="1"/>
          <p:nvPr/>
        </p:nvSpPr>
        <p:spPr>
          <a:xfrm>
            <a:off x="1401261" y="2711532"/>
            <a:ext cx="938947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/>
          </a:p>
          <a:p>
            <a:r>
              <a:rPr lang="en-US" altLang="zh-CN" sz="2800" dirty="0"/>
              <a:t>	An image repository responsible for storing and distributing Docker images, similar to GitHub, with the most commonly used being the official Docker Hub</a:t>
            </a:r>
          </a:p>
          <a:p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36CE7D-75AF-E56D-B2D9-CB1CBEDCA884}"/>
              </a:ext>
            </a:extLst>
          </p:cNvPr>
          <p:cNvSpPr txBox="1"/>
          <p:nvPr/>
        </p:nvSpPr>
        <p:spPr>
          <a:xfrm>
            <a:off x="3757836" y="417310"/>
            <a:ext cx="46763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/>
              <a:t>Docker Registry</a:t>
            </a:r>
            <a:r>
              <a:rPr lang="en-US" altLang="zh-CN" sz="4800" dirty="0"/>
              <a:t>: </a:t>
            </a:r>
          </a:p>
          <a:p>
            <a:endParaRPr lang="zh-CN" altLang="en-US" dirty="0"/>
          </a:p>
        </p:txBody>
      </p:sp>
      <p:pic>
        <p:nvPicPr>
          <p:cNvPr id="3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59369" y="4982097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29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929527DE-DE60-27FB-EA4B-5EA3E9BE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9" r="1843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109CBFB-39A0-C495-AE43-B45AC8EBC72B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6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5.Docker’s workflow</a:t>
            </a:r>
          </a:p>
        </p:txBody>
      </p:sp>
    </p:spTree>
    <p:extLst>
      <p:ext uri="{BB962C8B-B14F-4D97-AF65-F5344CB8AC3E}">
        <p14:creationId xmlns:p14="http://schemas.microsoft.com/office/powerpoint/2010/main" val="2925024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45686-B6B9-7691-6FC6-922C57A2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zh-CN" sz="4000" dirty="0"/>
              <a:t>Docker's workflow is primarily as follows:</a:t>
            </a:r>
            <a:endParaRPr lang="zh-CN" altLang="en-US" sz="4000" dirty="0"/>
          </a:p>
        </p:txBody>
      </p:sp>
      <p:graphicFrame>
        <p:nvGraphicFramePr>
          <p:cNvPr id="18" name="内容占位符 2">
            <a:extLst>
              <a:ext uri="{FF2B5EF4-FFF2-40B4-BE49-F238E27FC236}">
                <a16:creationId xmlns:a16="http://schemas.microsoft.com/office/drawing/2014/main" id="{07471DF1-9B70-BE31-49DF-0CC7852F2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2549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1472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立体电脑的简笔画怎么画（汇总10张）_简笔画图片大全">
            <a:extLst>
              <a:ext uri="{FF2B5EF4-FFF2-40B4-BE49-F238E27FC236}">
                <a16:creationId xmlns:a16="http://schemas.microsoft.com/office/drawing/2014/main" id="{4A4D61E0-330F-6928-82E8-376DA74F3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4" y="1546502"/>
            <a:ext cx="1894293" cy="28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5C58ACC4-E82B-41FB-28A8-12DF20259ACB}"/>
              </a:ext>
            </a:extLst>
          </p:cNvPr>
          <p:cNvSpPr/>
          <p:nvPr/>
        </p:nvSpPr>
        <p:spPr>
          <a:xfrm>
            <a:off x="2381121" y="2336628"/>
            <a:ext cx="1779705" cy="1092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C58ACC4-E82B-41FB-28A8-12DF20259ACB}"/>
              </a:ext>
            </a:extLst>
          </p:cNvPr>
          <p:cNvSpPr/>
          <p:nvPr/>
        </p:nvSpPr>
        <p:spPr>
          <a:xfrm>
            <a:off x="7558636" y="2336627"/>
            <a:ext cx="1779705" cy="10923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033768-865E-3E0F-5B08-CA10EB5358E5}"/>
              </a:ext>
            </a:extLst>
          </p:cNvPr>
          <p:cNvSpPr/>
          <p:nvPr/>
        </p:nvSpPr>
        <p:spPr>
          <a:xfrm>
            <a:off x="4749539" y="2421147"/>
            <a:ext cx="21467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Image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8" name="图片 7" descr="图片包含 游戏机, 镜子&#10;&#10;AI 生成的内容可能不正确。">
            <a:extLst>
              <a:ext uri="{FF2B5EF4-FFF2-40B4-BE49-F238E27FC236}">
                <a16:creationId xmlns:a16="http://schemas.microsoft.com/office/drawing/2014/main" id="{CCA4D22B-01F8-1FF7-5DCF-9607697E5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11" y="2098738"/>
            <a:ext cx="2143125" cy="1739900"/>
          </a:xfrm>
          <a:prstGeom prst="rect">
            <a:avLst/>
          </a:prstGeom>
        </p:spPr>
      </p:pic>
      <p:pic>
        <p:nvPicPr>
          <p:cNvPr id="10" name="图形 9" descr="问号 纯色填充">
            <a:extLst>
              <a:ext uri="{FF2B5EF4-FFF2-40B4-BE49-F238E27FC236}">
                <a16:creationId xmlns:a16="http://schemas.microsoft.com/office/drawing/2014/main" id="{275463B5-EE6F-E749-1250-A714697E8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4335" y="3561083"/>
            <a:ext cx="2097150" cy="2097150"/>
          </a:xfrm>
          <a:prstGeom prst="rect">
            <a:avLst/>
          </a:prstGeom>
        </p:spPr>
      </p:pic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3AC28E69-4B43-21B3-BD1A-C0A10620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585728" y="4891123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65321"/>
      </p:ext>
    </p:extLst>
  </p:cSld>
  <p:clrMapOvr>
    <a:masterClrMapping/>
  </p:clrMapOvr>
  <p:transition spd="slow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A8EA8-7C6E-D258-6851-9C39E565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462" y="2766218"/>
            <a:ext cx="4777075" cy="1325563"/>
          </a:xfrm>
        </p:spPr>
        <p:txBody>
          <a:bodyPr/>
          <a:lstStyle/>
          <a:p>
            <a:r>
              <a:rPr lang="en-US" altLang="zh-CN" dirty="0"/>
              <a:t>Then what is image?</a:t>
            </a:r>
            <a:endParaRPr lang="zh-CN" altLang="en-US" dirty="0"/>
          </a:p>
        </p:txBody>
      </p:sp>
      <p:pic>
        <p:nvPicPr>
          <p:cNvPr id="3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812EDEA1-6405-E74C-782B-5002ABC0F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585728" y="4891123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915655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C33EE-833F-FA9C-3879-C679C0CB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CC92C-E46C-0856-23AB-7A93A820B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822" y="1736746"/>
            <a:ext cx="2600265" cy="2237606"/>
          </a:xfrm>
        </p:spPr>
        <p:txBody>
          <a:bodyPr anchor="b">
            <a:norm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What is an Image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7D41FA-D60B-E2A0-2E34-02A81DD81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046" y="399580"/>
            <a:ext cx="8063903" cy="2001322"/>
          </a:xfrm>
        </p:spPr>
        <p:txBody>
          <a:bodyPr anchor="ctr">
            <a:normAutofit/>
          </a:bodyPr>
          <a:lstStyle/>
          <a:p>
            <a:r>
              <a:rPr lang="en-US" altLang="zh-CN" sz="2900" dirty="0"/>
              <a:t>An image (read-only) consists of multiple layers (recorded in multiple files)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81E1F8-56A0-2494-1E4D-FE6844C9EC03}"/>
              </a:ext>
            </a:extLst>
          </p:cNvPr>
          <p:cNvSpPr txBox="1"/>
          <p:nvPr/>
        </p:nvSpPr>
        <p:spPr>
          <a:xfrm>
            <a:off x="1067822" y="2664407"/>
            <a:ext cx="178993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First layer:</a:t>
            </a: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A676B9-594D-C9DF-056B-9E4C59C4A271}"/>
              </a:ext>
            </a:extLst>
          </p:cNvPr>
          <p:cNvSpPr txBox="1"/>
          <p:nvPr/>
        </p:nvSpPr>
        <p:spPr>
          <a:xfrm>
            <a:off x="4971538" y="2674286"/>
            <a:ext cx="224891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Second layer: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7A3053-3BB2-B8E5-37C8-37339D997A5F}"/>
              </a:ext>
            </a:extLst>
          </p:cNvPr>
          <p:cNvSpPr txBox="1"/>
          <p:nvPr/>
        </p:nvSpPr>
        <p:spPr>
          <a:xfrm>
            <a:off x="9487947" y="2674286"/>
            <a:ext cx="1636231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nth layer: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BAC76B-0748-B9C6-DFAF-C0372175785B}"/>
              </a:ext>
            </a:extLst>
          </p:cNvPr>
          <p:cNvSpPr txBox="1"/>
          <p:nvPr/>
        </p:nvSpPr>
        <p:spPr>
          <a:xfrm>
            <a:off x="1385917" y="3557192"/>
            <a:ext cx="1356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user-space file system (e.g., ubuntu:22.04)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3E1C99F-B08A-985F-CA64-BCF99189548A}"/>
              </a:ext>
            </a:extLst>
          </p:cNvPr>
          <p:cNvSpPr txBox="1"/>
          <p:nvPr/>
        </p:nvSpPr>
        <p:spPr>
          <a:xfrm>
            <a:off x="5371840" y="3660495"/>
            <a:ext cx="14483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 language environment (e.g., python 3.10)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F5755F-69DD-082D-634C-4E2F915DB918}"/>
              </a:ext>
            </a:extLst>
          </p:cNvPr>
          <p:cNvSpPr txBox="1"/>
          <p:nvPr/>
        </p:nvSpPr>
        <p:spPr>
          <a:xfrm>
            <a:off x="9640311" y="3845916"/>
            <a:ext cx="1331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Other information</a:t>
            </a:r>
            <a:endParaRPr lang="zh-CN" altLang="en-US" dirty="0"/>
          </a:p>
        </p:txBody>
      </p:sp>
      <p:pic>
        <p:nvPicPr>
          <p:cNvPr id="8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F1D24247-B678-6D6B-6D40-6CE27345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40311" y="5007724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489000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, 镜子&#10;&#10;AI 生成的内容可能不正确。">
            <a:extLst>
              <a:ext uri="{FF2B5EF4-FFF2-40B4-BE49-F238E27FC236}">
                <a16:creationId xmlns:a16="http://schemas.microsoft.com/office/drawing/2014/main" id="{CCA4D22B-01F8-1FF7-5DCF-9607697E5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37" y="2281311"/>
            <a:ext cx="2143125" cy="17399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C3079A56-50AC-3884-D476-A385DF486E70}"/>
              </a:ext>
            </a:extLst>
          </p:cNvPr>
          <p:cNvSpPr/>
          <p:nvPr/>
        </p:nvSpPr>
        <p:spPr>
          <a:xfrm>
            <a:off x="2798434" y="2692571"/>
            <a:ext cx="1804252" cy="736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 descr="立体电脑的简笔画怎么画（汇总10张）_简笔画图片大全">
            <a:extLst>
              <a:ext uri="{FF2B5EF4-FFF2-40B4-BE49-F238E27FC236}">
                <a16:creationId xmlns:a16="http://schemas.microsoft.com/office/drawing/2014/main" id="{2A1138F9-2200-D4FE-D3DA-656C37784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034" y="1638599"/>
            <a:ext cx="1894293" cy="2844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F886D63-BB04-9C1E-987D-5722A8DA8356}"/>
              </a:ext>
            </a:extLst>
          </p:cNvPr>
          <p:cNvSpPr/>
          <p:nvPr/>
        </p:nvSpPr>
        <p:spPr>
          <a:xfrm>
            <a:off x="10009907" y="2500439"/>
            <a:ext cx="14830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App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3B92EE7C-2985-F764-EF2B-5774104A2626}"/>
              </a:ext>
            </a:extLst>
          </p:cNvPr>
          <p:cNvSpPr/>
          <p:nvPr/>
        </p:nvSpPr>
        <p:spPr>
          <a:xfrm>
            <a:off x="7815620" y="2642150"/>
            <a:ext cx="1814479" cy="7816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形 9" descr="问号 纯色填充">
            <a:extLst>
              <a:ext uri="{FF2B5EF4-FFF2-40B4-BE49-F238E27FC236}">
                <a16:creationId xmlns:a16="http://schemas.microsoft.com/office/drawing/2014/main" id="{275463B5-EE6F-E749-1250-A714697E8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2949" y="2012210"/>
            <a:ext cx="2097150" cy="2097150"/>
          </a:xfrm>
          <a:prstGeom prst="rect">
            <a:avLst/>
          </a:prstGeom>
        </p:spPr>
      </p:pic>
      <p:pic>
        <p:nvPicPr>
          <p:cNvPr id="3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F1D24247-B678-6D6B-6D40-6CE27345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585728" y="4891123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092902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CC32B-C02E-60DB-1A57-8C2A690A0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7761" y="435720"/>
            <a:ext cx="3936474" cy="734749"/>
          </a:xfrm>
        </p:spPr>
        <p:txBody>
          <a:bodyPr anchor="ctr">
            <a:normAutofit fontScale="90000"/>
          </a:bodyPr>
          <a:lstStyle/>
          <a:p>
            <a:r>
              <a:rPr lang="en-US" altLang="zh-CN" sz="4000" b="1" dirty="0"/>
              <a:t>What is Container</a:t>
            </a:r>
            <a:endParaRPr lang="zh-CN" altLang="en-US" sz="4000" dirty="0"/>
          </a:p>
        </p:txBody>
      </p:sp>
      <p:graphicFrame>
        <p:nvGraphicFramePr>
          <p:cNvPr id="22" name="内容占位符 2">
            <a:extLst>
              <a:ext uri="{FF2B5EF4-FFF2-40B4-BE49-F238E27FC236}">
                <a16:creationId xmlns:a16="http://schemas.microsoft.com/office/drawing/2014/main" id="{0D40961E-4B15-87B4-C1E0-6C553DB837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0229453"/>
              </p:ext>
            </p:extLst>
          </p:nvPr>
        </p:nvGraphicFramePr>
        <p:xfrm>
          <a:off x="632084" y="1282615"/>
          <a:ext cx="10927829" cy="5187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9876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D2F154-A77A-5FF8-5B50-C60D89723965}"/>
              </a:ext>
            </a:extLst>
          </p:cNvPr>
          <p:cNvSpPr txBox="1"/>
          <p:nvPr/>
        </p:nvSpPr>
        <p:spPr>
          <a:xfrm>
            <a:off x="3438717" y="2228672"/>
            <a:ext cx="533706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u="sng" dirty="0"/>
              <a:t>https://github.com/CompPsyUnion/docker-tutorial</a:t>
            </a:r>
            <a:endParaRPr lang="en-US" altLang="zh-CN" sz="4400" dirty="0"/>
          </a:p>
          <a:p>
            <a:endParaRPr lang="zh-CN" altLang="en-US" dirty="0"/>
          </a:p>
        </p:txBody>
      </p:sp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31730" y="5004042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005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电脑萤幕的截图&#10;&#10;AI 生成的内容可能不正确。">
            <a:extLst>
              <a:ext uri="{FF2B5EF4-FFF2-40B4-BE49-F238E27FC236}">
                <a16:creationId xmlns:a16="http://schemas.microsoft.com/office/drawing/2014/main" id="{38EF9661-B0A5-99A3-0D3B-7B6F6672B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55" y="3927625"/>
            <a:ext cx="4520792" cy="24732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2EFB74-D50E-30C7-AF05-A257FEF12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272" y="49931"/>
            <a:ext cx="5455084" cy="300630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EF6D64F4-FCC4-CBFE-3E46-9C8DB4DC2309}"/>
              </a:ext>
            </a:extLst>
          </p:cNvPr>
          <p:cNvSpPr/>
          <p:nvPr/>
        </p:nvSpPr>
        <p:spPr>
          <a:xfrm rot="19840009">
            <a:off x="3736630" y="1791979"/>
            <a:ext cx="2933444" cy="16140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4" descr="干货 | 一文搞定 Docker 容器技术与常用命令 -阿里云开发者社区">
            <a:extLst>
              <a:ext uri="{FF2B5EF4-FFF2-40B4-BE49-F238E27FC236}">
                <a16:creationId xmlns:a16="http://schemas.microsoft.com/office/drawing/2014/main" id="{D57DB2F4-4F0E-D690-07CF-6D120589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1" r="25372"/>
          <a:stretch>
            <a:fillRect/>
          </a:stretch>
        </p:blipFill>
        <p:spPr bwMode="auto">
          <a:xfrm>
            <a:off x="9647098" y="4940218"/>
            <a:ext cx="2262735" cy="160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64676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</TotalTime>
  <Words>755</Words>
  <Application>Microsoft Office PowerPoint</Application>
  <PresentationFormat>宽屏</PresentationFormat>
  <Paragraphs>118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Meiryo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Content</vt:lpstr>
      <vt:lpstr>1.Basic introduction to Docker</vt:lpstr>
      <vt:lpstr>What is Docker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Docker stands out among containerization technologies for several reasons: </vt:lpstr>
      <vt:lpstr>Compared to virtual machines</vt:lpstr>
      <vt:lpstr>PowerPoint 演示文稿</vt:lpstr>
      <vt:lpstr>Docker's Architecture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Docker's workflow is primarily as follows:</vt:lpstr>
      <vt:lpstr>PowerPoint 演示文稿</vt:lpstr>
      <vt:lpstr>Then what is image?</vt:lpstr>
      <vt:lpstr>What is an Image</vt:lpstr>
      <vt:lpstr>PowerPoint 演示文稿</vt:lpstr>
      <vt:lpstr>What is Container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佳宝 曹</dc:creator>
  <cp:lastModifiedBy>佳宝 曹</cp:lastModifiedBy>
  <cp:revision>18</cp:revision>
  <dcterms:created xsi:type="dcterms:W3CDTF">2026-03-02T02:09:21Z</dcterms:created>
  <dcterms:modified xsi:type="dcterms:W3CDTF">2026-03-03T15:02:14Z</dcterms:modified>
</cp:coreProperties>
</file>